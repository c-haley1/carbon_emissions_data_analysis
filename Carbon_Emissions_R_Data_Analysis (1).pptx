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Montserrat"/>
      <p:regular r:id="rId16"/>
      <p:bold r:id="rId17"/>
      <p:italic r:id="rId18"/>
      <p:boldItalic r:id="rId19"/>
    </p:embeddedFont>
    <p:embeddedFont>
      <p:font typeface="Montserrat Medium"/>
      <p:regular r:id="rId20"/>
      <p:bold r:id="rId21"/>
      <p:italic r:id="rId22"/>
      <p:boldItalic r:id="rId23"/>
    </p:embeddedFont>
    <p:embeddedFont>
      <p:font typeface="Source Serif 4"/>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jU4otpZS7jzhMQQVypPA65SLZR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BEA816-4625-4CA8-8E74-6A6A39E3170F}">
  <a:tblStyle styleId="{CCBEA816-4625-4CA8-8E74-6A6A39E3170F}"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F9FF"/>
          </a:solidFill>
        </a:fill>
      </a:tcStyle>
    </a:wholeTbl>
    <a:band1H>
      <a:tcTxStyle/>
      <a:tcStyle>
        <a:fill>
          <a:solidFill>
            <a:srgbClr val="E6F3FF"/>
          </a:solidFill>
        </a:fill>
      </a:tcStyle>
    </a:band1H>
    <a:band2H>
      <a:tcTxStyle/>
    </a:band2H>
    <a:band1V>
      <a:tcTxStyle/>
      <a:tcStyle>
        <a:fill>
          <a:solidFill>
            <a:srgbClr val="E6F3FF"/>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Medium-regular.fntdata"/><Relationship Id="rId22" Type="http://schemas.openxmlformats.org/officeDocument/2006/relationships/font" Target="fonts/MontserratMedium-italic.fntdata"/><Relationship Id="rId21" Type="http://schemas.openxmlformats.org/officeDocument/2006/relationships/font" Target="fonts/MontserratMedium-bold.fntdata"/><Relationship Id="rId24" Type="http://schemas.openxmlformats.org/officeDocument/2006/relationships/font" Target="fonts/SourceSerif4-regular.fntdata"/><Relationship Id="rId23" Type="http://schemas.openxmlformats.org/officeDocument/2006/relationships/font" Target="fonts/Montserrat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SourceSerif4-italic.fntdata"/><Relationship Id="rId25" Type="http://schemas.openxmlformats.org/officeDocument/2006/relationships/font" Target="fonts/SourceSerif4-bold.fntdata"/><Relationship Id="rId28" Type="http://customschemas.google.com/relationships/presentationmetadata" Target="metadata"/><Relationship Id="rId27" Type="http://schemas.openxmlformats.org/officeDocument/2006/relationships/font" Target="fonts/SourceSerif4-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Montserrat-bold.fntdata"/><Relationship Id="rId16" Type="http://schemas.openxmlformats.org/officeDocument/2006/relationships/font" Target="fonts/Montserrat-regular.fntdata"/><Relationship Id="rId19" Type="http://schemas.openxmlformats.org/officeDocument/2006/relationships/font" Target="fonts/Montserrat-boldItalic.fntdata"/><Relationship Id="rId18" Type="http://schemas.openxmlformats.org/officeDocument/2006/relationships/font" Target="fonts/Montserra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9" name="Shape 9"/>
        <p:cNvGrpSpPr/>
        <p:nvPr/>
      </p:nvGrpSpPr>
      <p:grpSpPr>
        <a:xfrm>
          <a:off x="0" y="0"/>
          <a:ext cx="0" cy="0"/>
          <a:chOff x="0" y="0"/>
          <a:chExt cx="0" cy="0"/>
        </a:xfrm>
      </p:grpSpPr>
      <p:cxnSp>
        <p:nvCxnSpPr>
          <p:cNvPr id="10" name="Google Shape;10;p11"/>
          <p:cNvCxnSpPr/>
          <p:nvPr/>
        </p:nvCxnSpPr>
        <p:spPr>
          <a:xfrm>
            <a:off x="0" y="3618350"/>
            <a:ext cx="9144000" cy="0"/>
          </a:xfrm>
          <a:prstGeom prst="straightConnector1">
            <a:avLst/>
          </a:prstGeom>
          <a:noFill/>
          <a:ln cap="flat" cmpd="sng" w="9525">
            <a:solidFill>
              <a:schemeClr val="dk1"/>
            </a:solidFill>
            <a:prstDash val="solid"/>
            <a:round/>
            <a:headEnd len="sm" w="sm" type="none"/>
            <a:tailEnd len="sm" w="sm" type="none"/>
          </a:ln>
        </p:spPr>
      </p:cxnSp>
      <p:sp>
        <p:nvSpPr>
          <p:cNvPr id="11" name="Google Shape;11;p11"/>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12" name="Google Shape;12;p11"/>
          <p:cNvSpPr txBox="1"/>
          <p:nvPr>
            <p:ph type="title"/>
          </p:nvPr>
        </p:nvSpPr>
        <p:spPr>
          <a:xfrm>
            <a:off x="256050" y="3313175"/>
            <a:ext cx="2352600" cy="123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3" name="Google Shape;13;p11"/>
          <p:cNvSpPr txBox="1"/>
          <p:nvPr>
            <p:ph idx="3" type="title"/>
          </p:nvPr>
        </p:nvSpPr>
        <p:spPr>
          <a:xfrm>
            <a:off x="256050" y="3800525"/>
            <a:ext cx="2352600" cy="123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4" name="Google Shape;14;p11"/>
          <p:cNvSpPr txBox="1"/>
          <p:nvPr>
            <p:ph idx="1"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15" name="Google Shape;15;p11"/>
          <p:cNvSpPr txBox="1"/>
          <p:nvPr>
            <p:ph idx="4" type="title"/>
          </p:nvPr>
        </p:nvSpPr>
        <p:spPr>
          <a:xfrm>
            <a:off x="256050" y="256025"/>
            <a:ext cx="8631900" cy="11355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_1_1_1_1_1_1_1_1_1_1">
    <p:spTree>
      <p:nvGrpSpPr>
        <p:cNvPr id="16" name="Shape 16"/>
        <p:cNvGrpSpPr/>
        <p:nvPr/>
      </p:nvGrpSpPr>
      <p:grpSpPr>
        <a:xfrm>
          <a:off x="0" y="0"/>
          <a:ext cx="0" cy="0"/>
          <a:chOff x="0" y="0"/>
          <a:chExt cx="0" cy="0"/>
        </a:xfrm>
      </p:grpSpPr>
      <p:sp>
        <p:nvSpPr>
          <p:cNvPr id="17" name="Google Shape;17;p12"/>
          <p:cNvSpPr/>
          <p:nvPr/>
        </p:nvSpPr>
        <p:spPr>
          <a:xfrm flipH="1" rot="10800000">
            <a:off x="6711875"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8" name="Google Shape;18;p12"/>
          <p:cNvSpPr txBox="1"/>
          <p:nvPr>
            <p:ph idx="1" type="subTitle"/>
          </p:nvPr>
        </p:nvSpPr>
        <p:spPr>
          <a:xfrm>
            <a:off x="4994475" y="1093500"/>
            <a:ext cx="3168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19" name="Google Shape;19;p12"/>
          <p:cNvSpPr txBox="1"/>
          <p:nvPr>
            <p:ph idx="2" type="subTitle"/>
          </p:nvPr>
        </p:nvSpPr>
        <p:spPr>
          <a:xfrm>
            <a:off x="4994475" y="1721375"/>
            <a:ext cx="3168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0" name="Google Shape;20;p12"/>
          <p:cNvSpPr txBox="1"/>
          <p:nvPr>
            <p:ph idx="3" type="subTitle"/>
          </p:nvPr>
        </p:nvSpPr>
        <p:spPr>
          <a:xfrm>
            <a:off x="4994475" y="2349250"/>
            <a:ext cx="3168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1" name="Google Shape;21;p12"/>
          <p:cNvSpPr txBox="1"/>
          <p:nvPr>
            <p:ph idx="4" type="subTitle"/>
          </p:nvPr>
        </p:nvSpPr>
        <p:spPr>
          <a:xfrm>
            <a:off x="4994475" y="2977125"/>
            <a:ext cx="3168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2" name="Google Shape;22;p12"/>
          <p:cNvSpPr txBox="1"/>
          <p:nvPr>
            <p:ph idx="5" type="subTitle"/>
          </p:nvPr>
        </p:nvSpPr>
        <p:spPr>
          <a:xfrm>
            <a:off x="4994475" y="3605000"/>
            <a:ext cx="3168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3" name="Google Shape;23;p12"/>
          <p:cNvSpPr txBox="1"/>
          <p:nvPr>
            <p:ph idx="6" type="subTitle"/>
          </p:nvPr>
        </p:nvSpPr>
        <p:spPr>
          <a:xfrm>
            <a:off x="4994475" y="4232875"/>
            <a:ext cx="3168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lgn="l">
              <a:lnSpc>
                <a:spcPct val="115000"/>
              </a:lnSpc>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4" name="Google Shape;24;p12"/>
          <p:cNvSpPr/>
          <p:nvPr>
            <p:ph idx="7" type="pic"/>
          </p:nvPr>
        </p:nvSpPr>
        <p:spPr>
          <a:xfrm>
            <a:off x="50" y="1278300"/>
            <a:ext cx="4285500" cy="3865200"/>
          </a:xfrm>
          <a:prstGeom prst="rect">
            <a:avLst/>
          </a:prstGeom>
          <a:noFill/>
          <a:ln>
            <a:noFill/>
          </a:ln>
        </p:spPr>
      </p:sp>
      <p:sp>
        <p:nvSpPr>
          <p:cNvPr id="25" name="Google Shape;25;p12"/>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6" name="Google Shape;26;p12"/>
          <p:cNvSpPr txBox="1"/>
          <p:nvPr>
            <p:ph idx="8"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27" name="Google Shape;27;p12"/>
          <p:cNvSpPr txBox="1"/>
          <p:nvPr>
            <p:ph idx="9" type="subTitle"/>
          </p:nvPr>
        </p:nvSpPr>
        <p:spPr>
          <a:xfrm>
            <a:off x="5343675" y="1093500"/>
            <a:ext cx="35445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a:buNone/>
              <a:defRPr sz="1200"/>
            </a:lvl1pPr>
            <a:lvl2pPr lvl="1" algn="l">
              <a:lnSpc>
                <a:spcPct val="115000"/>
              </a:lnSpc>
              <a:spcBef>
                <a:spcPts val="0"/>
              </a:spcBef>
              <a:spcAft>
                <a:spcPts val="0"/>
              </a:spcAft>
              <a:buClr>
                <a:schemeClr val="lt2"/>
              </a:buClr>
              <a:buSzPts val="1200"/>
              <a:buFont typeface="Montserrat"/>
              <a:buNone/>
              <a:defRPr sz="1200"/>
            </a:lvl2pPr>
            <a:lvl3pPr lvl="2" algn="l">
              <a:lnSpc>
                <a:spcPct val="115000"/>
              </a:lnSpc>
              <a:spcBef>
                <a:spcPts val="0"/>
              </a:spcBef>
              <a:spcAft>
                <a:spcPts val="0"/>
              </a:spcAft>
              <a:buClr>
                <a:schemeClr val="lt2"/>
              </a:buClr>
              <a:buSzPts val="1200"/>
              <a:buFont typeface="Montserrat"/>
              <a:buNone/>
              <a:defRPr sz="1200"/>
            </a:lvl3pPr>
            <a:lvl4pPr lvl="3" algn="l">
              <a:lnSpc>
                <a:spcPct val="115000"/>
              </a:lnSpc>
              <a:spcBef>
                <a:spcPts val="0"/>
              </a:spcBef>
              <a:spcAft>
                <a:spcPts val="0"/>
              </a:spcAft>
              <a:buClr>
                <a:schemeClr val="lt2"/>
              </a:buClr>
              <a:buSzPts val="1200"/>
              <a:buFont typeface="Montserrat"/>
              <a:buNone/>
              <a:defRPr sz="1200"/>
            </a:lvl4pPr>
            <a:lvl5pPr lvl="4" algn="l">
              <a:lnSpc>
                <a:spcPct val="115000"/>
              </a:lnSpc>
              <a:spcBef>
                <a:spcPts val="0"/>
              </a:spcBef>
              <a:spcAft>
                <a:spcPts val="0"/>
              </a:spcAft>
              <a:buClr>
                <a:schemeClr val="lt2"/>
              </a:buClr>
              <a:buSzPts val="1200"/>
              <a:buFont typeface="Montserrat"/>
              <a:buNone/>
              <a:defRPr sz="1200"/>
            </a:lvl5pPr>
            <a:lvl6pPr lvl="5" algn="l">
              <a:lnSpc>
                <a:spcPct val="115000"/>
              </a:lnSpc>
              <a:spcBef>
                <a:spcPts val="0"/>
              </a:spcBef>
              <a:spcAft>
                <a:spcPts val="0"/>
              </a:spcAft>
              <a:buClr>
                <a:schemeClr val="lt2"/>
              </a:buClr>
              <a:buSzPts val="1200"/>
              <a:buFont typeface="Montserrat"/>
              <a:buNone/>
              <a:defRPr sz="1200"/>
            </a:lvl6pPr>
            <a:lvl7pPr lvl="6" algn="l">
              <a:lnSpc>
                <a:spcPct val="115000"/>
              </a:lnSpc>
              <a:spcBef>
                <a:spcPts val="0"/>
              </a:spcBef>
              <a:spcAft>
                <a:spcPts val="0"/>
              </a:spcAft>
              <a:buClr>
                <a:schemeClr val="lt2"/>
              </a:buClr>
              <a:buSzPts val="1200"/>
              <a:buFont typeface="Montserrat"/>
              <a:buNone/>
              <a:defRPr sz="1200"/>
            </a:lvl7pPr>
            <a:lvl8pPr lvl="7" algn="l">
              <a:lnSpc>
                <a:spcPct val="115000"/>
              </a:lnSpc>
              <a:spcBef>
                <a:spcPts val="0"/>
              </a:spcBef>
              <a:spcAft>
                <a:spcPts val="0"/>
              </a:spcAft>
              <a:buClr>
                <a:schemeClr val="lt2"/>
              </a:buClr>
              <a:buSzPts val="1200"/>
              <a:buFont typeface="Montserrat"/>
              <a:buNone/>
              <a:defRPr sz="1200"/>
            </a:lvl8pPr>
            <a:lvl9pPr lvl="8" algn="l">
              <a:lnSpc>
                <a:spcPct val="115000"/>
              </a:lnSpc>
              <a:spcBef>
                <a:spcPts val="0"/>
              </a:spcBef>
              <a:spcAft>
                <a:spcPts val="0"/>
              </a:spcAft>
              <a:buClr>
                <a:schemeClr val="lt2"/>
              </a:buClr>
              <a:buSzPts val="1200"/>
              <a:buFont typeface="Montserrat"/>
              <a:buNone/>
              <a:defRPr sz="1200"/>
            </a:lvl9pPr>
          </a:lstStyle>
          <a:p/>
        </p:txBody>
      </p:sp>
      <p:sp>
        <p:nvSpPr>
          <p:cNvPr id="28" name="Google Shape;28;p12"/>
          <p:cNvSpPr txBox="1"/>
          <p:nvPr>
            <p:ph idx="13" type="subTitle"/>
          </p:nvPr>
        </p:nvSpPr>
        <p:spPr>
          <a:xfrm>
            <a:off x="5343675" y="1721375"/>
            <a:ext cx="35445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a:buNone/>
              <a:defRPr sz="1200"/>
            </a:lvl1pPr>
            <a:lvl2pPr lvl="1" algn="l">
              <a:lnSpc>
                <a:spcPct val="115000"/>
              </a:lnSpc>
              <a:spcBef>
                <a:spcPts val="0"/>
              </a:spcBef>
              <a:spcAft>
                <a:spcPts val="0"/>
              </a:spcAft>
              <a:buClr>
                <a:schemeClr val="lt2"/>
              </a:buClr>
              <a:buSzPts val="1200"/>
              <a:buFont typeface="Montserrat"/>
              <a:buNone/>
              <a:defRPr sz="1200"/>
            </a:lvl2pPr>
            <a:lvl3pPr lvl="2" algn="l">
              <a:lnSpc>
                <a:spcPct val="115000"/>
              </a:lnSpc>
              <a:spcBef>
                <a:spcPts val="0"/>
              </a:spcBef>
              <a:spcAft>
                <a:spcPts val="0"/>
              </a:spcAft>
              <a:buClr>
                <a:schemeClr val="lt2"/>
              </a:buClr>
              <a:buSzPts val="1200"/>
              <a:buFont typeface="Montserrat"/>
              <a:buNone/>
              <a:defRPr sz="1200"/>
            </a:lvl3pPr>
            <a:lvl4pPr lvl="3" algn="l">
              <a:lnSpc>
                <a:spcPct val="115000"/>
              </a:lnSpc>
              <a:spcBef>
                <a:spcPts val="0"/>
              </a:spcBef>
              <a:spcAft>
                <a:spcPts val="0"/>
              </a:spcAft>
              <a:buClr>
                <a:schemeClr val="lt2"/>
              </a:buClr>
              <a:buSzPts val="1200"/>
              <a:buFont typeface="Montserrat"/>
              <a:buNone/>
              <a:defRPr sz="1200"/>
            </a:lvl4pPr>
            <a:lvl5pPr lvl="4" algn="l">
              <a:lnSpc>
                <a:spcPct val="115000"/>
              </a:lnSpc>
              <a:spcBef>
                <a:spcPts val="0"/>
              </a:spcBef>
              <a:spcAft>
                <a:spcPts val="0"/>
              </a:spcAft>
              <a:buClr>
                <a:schemeClr val="lt2"/>
              </a:buClr>
              <a:buSzPts val="1200"/>
              <a:buFont typeface="Montserrat"/>
              <a:buNone/>
              <a:defRPr sz="1200"/>
            </a:lvl5pPr>
            <a:lvl6pPr lvl="5" algn="l">
              <a:lnSpc>
                <a:spcPct val="115000"/>
              </a:lnSpc>
              <a:spcBef>
                <a:spcPts val="0"/>
              </a:spcBef>
              <a:spcAft>
                <a:spcPts val="0"/>
              </a:spcAft>
              <a:buClr>
                <a:schemeClr val="lt2"/>
              </a:buClr>
              <a:buSzPts val="1200"/>
              <a:buFont typeface="Montserrat"/>
              <a:buNone/>
              <a:defRPr sz="1200"/>
            </a:lvl6pPr>
            <a:lvl7pPr lvl="6" algn="l">
              <a:lnSpc>
                <a:spcPct val="115000"/>
              </a:lnSpc>
              <a:spcBef>
                <a:spcPts val="0"/>
              </a:spcBef>
              <a:spcAft>
                <a:spcPts val="0"/>
              </a:spcAft>
              <a:buClr>
                <a:schemeClr val="lt2"/>
              </a:buClr>
              <a:buSzPts val="1200"/>
              <a:buFont typeface="Montserrat"/>
              <a:buNone/>
              <a:defRPr sz="1200"/>
            </a:lvl7pPr>
            <a:lvl8pPr lvl="7" algn="l">
              <a:lnSpc>
                <a:spcPct val="115000"/>
              </a:lnSpc>
              <a:spcBef>
                <a:spcPts val="0"/>
              </a:spcBef>
              <a:spcAft>
                <a:spcPts val="0"/>
              </a:spcAft>
              <a:buClr>
                <a:schemeClr val="lt2"/>
              </a:buClr>
              <a:buSzPts val="1200"/>
              <a:buFont typeface="Montserrat"/>
              <a:buNone/>
              <a:defRPr sz="1200"/>
            </a:lvl8pPr>
            <a:lvl9pPr lvl="8" algn="l">
              <a:lnSpc>
                <a:spcPct val="115000"/>
              </a:lnSpc>
              <a:spcBef>
                <a:spcPts val="0"/>
              </a:spcBef>
              <a:spcAft>
                <a:spcPts val="0"/>
              </a:spcAft>
              <a:buClr>
                <a:schemeClr val="lt2"/>
              </a:buClr>
              <a:buSzPts val="1200"/>
              <a:buFont typeface="Montserrat"/>
              <a:buNone/>
              <a:defRPr sz="1200"/>
            </a:lvl9pPr>
          </a:lstStyle>
          <a:p/>
        </p:txBody>
      </p:sp>
      <p:sp>
        <p:nvSpPr>
          <p:cNvPr id="29" name="Google Shape;29;p12"/>
          <p:cNvSpPr txBox="1"/>
          <p:nvPr>
            <p:ph idx="14" type="subTitle"/>
          </p:nvPr>
        </p:nvSpPr>
        <p:spPr>
          <a:xfrm>
            <a:off x="5343675" y="2349250"/>
            <a:ext cx="35445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a:buNone/>
              <a:defRPr sz="1200"/>
            </a:lvl1pPr>
            <a:lvl2pPr lvl="1" algn="l">
              <a:lnSpc>
                <a:spcPct val="115000"/>
              </a:lnSpc>
              <a:spcBef>
                <a:spcPts val="0"/>
              </a:spcBef>
              <a:spcAft>
                <a:spcPts val="0"/>
              </a:spcAft>
              <a:buClr>
                <a:schemeClr val="lt2"/>
              </a:buClr>
              <a:buSzPts val="1200"/>
              <a:buFont typeface="Montserrat"/>
              <a:buNone/>
              <a:defRPr sz="1200"/>
            </a:lvl2pPr>
            <a:lvl3pPr lvl="2" algn="l">
              <a:lnSpc>
                <a:spcPct val="115000"/>
              </a:lnSpc>
              <a:spcBef>
                <a:spcPts val="0"/>
              </a:spcBef>
              <a:spcAft>
                <a:spcPts val="0"/>
              </a:spcAft>
              <a:buClr>
                <a:schemeClr val="lt2"/>
              </a:buClr>
              <a:buSzPts val="1200"/>
              <a:buFont typeface="Montserrat"/>
              <a:buNone/>
              <a:defRPr sz="1200"/>
            </a:lvl3pPr>
            <a:lvl4pPr lvl="3" algn="l">
              <a:lnSpc>
                <a:spcPct val="115000"/>
              </a:lnSpc>
              <a:spcBef>
                <a:spcPts val="0"/>
              </a:spcBef>
              <a:spcAft>
                <a:spcPts val="0"/>
              </a:spcAft>
              <a:buClr>
                <a:schemeClr val="lt2"/>
              </a:buClr>
              <a:buSzPts val="1200"/>
              <a:buFont typeface="Montserrat"/>
              <a:buNone/>
              <a:defRPr sz="1200"/>
            </a:lvl4pPr>
            <a:lvl5pPr lvl="4" algn="l">
              <a:lnSpc>
                <a:spcPct val="115000"/>
              </a:lnSpc>
              <a:spcBef>
                <a:spcPts val="0"/>
              </a:spcBef>
              <a:spcAft>
                <a:spcPts val="0"/>
              </a:spcAft>
              <a:buClr>
                <a:schemeClr val="lt2"/>
              </a:buClr>
              <a:buSzPts val="1200"/>
              <a:buFont typeface="Montserrat"/>
              <a:buNone/>
              <a:defRPr sz="1200"/>
            </a:lvl5pPr>
            <a:lvl6pPr lvl="5" algn="l">
              <a:lnSpc>
                <a:spcPct val="115000"/>
              </a:lnSpc>
              <a:spcBef>
                <a:spcPts val="0"/>
              </a:spcBef>
              <a:spcAft>
                <a:spcPts val="0"/>
              </a:spcAft>
              <a:buClr>
                <a:schemeClr val="lt2"/>
              </a:buClr>
              <a:buSzPts val="1200"/>
              <a:buFont typeface="Montserrat"/>
              <a:buNone/>
              <a:defRPr sz="1200"/>
            </a:lvl6pPr>
            <a:lvl7pPr lvl="6" algn="l">
              <a:lnSpc>
                <a:spcPct val="115000"/>
              </a:lnSpc>
              <a:spcBef>
                <a:spcPts val="0"/>
              </a:spcBef>
              <a:spcAft>
                <a:spcPts val="0"/>
              </a:spcAft>
              <a:buClr>
                <a:schemeClr val="lt2"/>
              </a:buClr>
              <a:buSzPts val="1200"/>
              <a:buFont typeface="Montserrat"/>
              <a:buNone/>
              <a:defRPr sz="1200"/>
            </a:lvl7pPr>
            <a:lvl8pPr lvl="7" algn="l">
              <a:lnSpc>
                <a:spcPct val="115000"/>
              </a:lnSpc>
              <a:spcBef>
                <a:spcPts val="0"/>
              </a:spcBef>
              <a:spcAft>
                <a:spcPts val="0"/>
              </a:spcAft>
              <a:buClr>
                <a:schemeClr val="lt2"/>
              </a:buClr>
              <a:buSzPts val="1200"/>
              <a:buFont typeface="Montserrat"/>
              <a:buNone/>
              <a:defRPr sz="1200"/>
            </a:lvl8pPr>
            <a:lvl9pPr lvl="8" algn="l">
              <a:lnSpc>
                <a:spcPct val="115000"/>
              </a:lnSpc>
              <a:spcBef>
                <a:spcPts val="0"/>
              </a:spcBef>
              <a:spcAft>
                <a:spcPts val="0"/>
              </a:spcAft>
              <a:buClr>
                <a:schemeClr val="lt2"/>
              </a:buClr>
              <a:buSzPts val="1200"/>
              <a:buFont typeface="Montserrat"/>
              <a:buNone/>
              <a:defRPr sz="1200"/>
            </a:lvl9pPr>
          </a:lstStyle>
          <a:p/>
        </p:txBody>
      </p:sp>
      <p:sp>
        <p:nvSpPr>
          <p:cNvPr id="30" name="Google Shape;30;p12"/>
          <p:cNvSpPr txBox="1"/>
          <p:nvPr>
            <p:ph idx="15" type="subTitle"/>
          </p:nvPr>
        </p:nvSpPr>
        <p:spPr>
          <a:xfrm>
            <a:off x="5343675" y="2977125"/>
            <a:ext cx="35445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a:buNone/>
              <a:defRPr sz="1200"/>
            </a:lvl1pPr>
            <a:lvl2pPr lvl="1" algn="l">
              <a:lnSpc>
                <a:spcPct val="115000"/>
              </a:lnSpc>
              <a:spcBef>
                <a:spcPts val="0"/>
              </a:spcBef>
              <a:spcAft>
                <a:spcPts val="0"/>
              </a:spcAft>
              <a:buClr>
                <a:schemeClr val="lt2"/>
              </a:buClr>
              <a:buSzPts val="1200"/>
              <a:buFont typeface="Montserrat"/>
              <a:buNone/>
              <a:defRPr sz="1200"/>
            </a:lvl2pPr>
            <a:lvl3pPr lvl="2" algn="l">
              <a:lnSpc>
                <a:spcPct val="115000"/>
              </a:lnSpc>
              <a:spcBef>
                <a:spcPts val="0"/>
              </a:spcBef>
              <a:spcAft>
                <a:spcPts val="0"/>
              </a:spcAft>
              <a:buClr>
                <a:schemeClr val="lt2"/>
              </a:buClr>
              <a:buSzPts val="1200"/>
              <a:buFont typeface="Montserrat"/>
              <a:buNone/>
              <a:defRPr sz="1200"/>
            </a:lvl3pPr>
            <a:lvl4pPr lvl="3" algn="l">
              <a:lnSpc>
                <a:spcPct val="115000"/>
              </a:lnSpc>
              <a:spcBef>
                <a:spcPts val="0"/>
              </a:spcBef>
              <a:spcAft>
                <a:spcPts val="0"/>
              </a:spcAft>
              <a:buClr>
                <a:schemeClr val="lt2"/>
              </a:buClr>
              <a:buSzPts val="1200"/>
              <a:buFont typeface="Montserrat"/>
              <a:buNone/>
              <a:defRPr sz="1200"/>
            </a:lvl4pPr>
            <a:lvl5pPr lvl="4" algn="l">
              <a:lnSpc>
                <a:spcPct val="115000"/>
              </a:lnSpc>
              <a:spcBef>
                <a:spcPts val="0"/>
              </a:spcBef>
              <a:spcAft>
                <a:spcPts val="0"/>
              </a:spcAft>
              <a:buClr>
                <a:schemeClr val="lt2"/>
              </a:buClr>
              <a:buSzPts val="1200"/>
              <a:buFont typeface="Montserrat"/>
              <a:buNone/>
              <a:defRPr sz="1200"/>
            </a:lvl5pPr>
            <a:lvl6pPr lvl="5" algn="l">
              <a:lnSpc>
                <a:spcPct val="115000"/>
              </a:lnSpc>
              <a:spcBef>
                <a:spcPts val="0"/>
              </a:spcBef>
              <a:spcAft>
                <a:spcPts val="0"/>
              </a:spcAft>
              <a:buClr>
                <a:schemeClr val="lt2"/>
              </a:buClr>
              <a:buSzPts val="1200"/>
              <a:buFont typeface="Montserrat"/>
              <a:buNone/>
              <a:defRPr sz="1200"/>
            </a:lvl6pPr>
            <a:lvl7pPr lvl="6" algn="l">
              <a:lnSpc>
                <a:spcPct val="115000"/>
              </a:lnSpc>
              <a:spcBef>
                <a:spcPts val="0"/>
              </a:spcBef>
              <a:spcAft>
                <a:spcPts val="0"/>
              </a:spcAft>
              <a:buClr>
                <a:schemeClr val="lt2"/>
              </a:buClr>
              <a:buSzPts val="1200"/>
              <a:buFont typeface="Montserrat"/>
              <a:buNone/>
              <a:defRPr sz="1200"/>
            </a:lvl7pPr>
            <a:lvl8pPr lvl="7" algn="l">
              <a:lnSpc>
                <a:spcPct val="115000"/>
              </a:lnSpc>
              <a:spcBef>
                <a:spcPts val="0"/>
              </a:spcBef>
              <a:spcAft>
                <a:spcPts val="0"/>
              </a:spcAft>
              <a:buClr>
                <a:schemeClr val="lt2"/>
              </a:buClr>
              <a:buSzPts val="1200"/>
              <a:buFont typeface="Montserrat"/>
              <a:buNone/>
              <a:defRPr sz="1200"/>
            </a:lvl8pPr>
            <a:lvl9pPr lvl="8" algn="l">
              <a:lnSpc>
                <a:spcPct val="115000"/>
              </a:lnSpc>
              <a:spcBef>
                <a:spcPts val="0"/>
              </a:spcBef>
              <a:spcAft>
                <a:spcPts val="0"/>
              </a:spcAft>
              <a:buClr>
                <a:schemeClr val="lt2"/>
              </a:buClr>
              <a:buSzPts val="1200"/>
              <a:buFont typeface="Montserrat"/>
              <a:buNone/>
              <a:defRPr sz="1200"/>
            </a:lvl9pPr>
          </a:lstStyle>
          <a:p/>
        </p:txBody>
      </p:sp>
      <p:sp>
        <p:nvSpPr>
          <p:cNvPr id="31" name="Google Shape;31;p12"/>
          <p:cNvSpPr txBox="1"/>
          <p:nvPr>
            <p:ph idx="16" type="subTitle"/>
          </p:nvPr>
        </p:nvSpPr>
        <p:spPr>
          <a:xfrm>
            <a:off x="5343675" y="3605000"/>
            <a:ext cx="35445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a:buNone/>
              <a:defRPr sz="1200"/>
            </a:lvl1pPr>
            <a:lvl2pPr lvl="1" algn="l">
              <a:lnSpc>
                <a:spcPct val="115000"/>
              </a:lnSpc>
              <a:spcBef>
                <a:spcPts val="0"/>
              </a:spcBef>
              <a:spcAft>
                <a:spcPts val="0"/>
              </a:spcAft>
              <a:buClr>
                <a:schemeClr val="lt2"/>
              </a:buClr>
              <a:buSzPts val="1200"/>
              <a:buFont typeface="Montserrat"/>
              <a:buNone/>
              <a:defRPr sz="1200"/>
            </a:lvl2pPr>
            <a:lvl3pPr lvl="2" algn="l">
              <a:lnSpc>
                <a:spcPct val="115000"/>
              </a:lnSpc>
              <a:spcBef>
                <a:spcPts val="0"/>
              </a:spcBef>
              <a:spcAft>
                <a:spcPts val="0"/>
              </a:spcAft>
              <a:buClr>
                <a:schemeClr val="lt2"/>
              </a:buClr>
              <a:buSzPts val="1200"/>
              <a:buFont typeface="Montserrat"/>
              <a:buNone/>
              <a:defRPr sz="1200"/>
            </a:lvl3pPr>
            <a:lvl4pPr lvl="3" algn="l">
              <a:lnSpc>
                <a:spcPct val="115000"/>
              </a:lnSpc>
              <a:spcBef>
                <a:spcPts val="0"/>
              </a:spcBef>
              <a:spcAft>
                <a:spcPts val="0"/>
              </a:spcAft>
              <a:buClr>
                <a:schemeClr val="lt2"/>
              </a:buClr>
              <a:buSzPts val="1200"/>
              <a:buFont typeface="Montserrat"/>
              <a:buNone/>
              <a:defRPr sz="1200"/>
            </a:lvl4pPr>
            <a:lvl5pPr lvl="4" algn="l">
              <a:lnSpc>
                <a:spcPct val="115000"/>
              </a:lnSpc>
              <a:spcBef>
                <a:spcPts val="0"/>
              </a:spcBef>
              <a:spcAft>
                <a:spcPts val="0"/>
              </a:spcAft>
              <a:buClr>
                <a:schemeClr val="lt2"/>
              </a:buClr>
              <a:buSzPts val="1200"/>
              <a:buFont typeface="Montserrat"/>
              <a:buNone/>
              <a:defRPr sz="1200"/>
            </a:lvl5pPr>
            <a:lvl6pPr lvl="5" algn="l">
              <a:lnSpc>
                <a:spcPct val="115000"/>
              </a:lnSpc>
              <a:spcBef>
                <a:spcPts val="0"/>
              </a:spcBef>
              <a:spcAft>
                <a:spcPts val="0"/>
              </a:spcAft>
              <a:buClr>
                <a:schemeClr val="lt2"/>
              </a:buClr>
              <a:buSzPts val="1200"/>
              <a:buFont typeface="Montserrat"/>
              <a:buNone/>
              <a:defRPr sz="1200"/>
            </a:lvl6pPr>
            <a:lvl7pPr lvl="6" algn="l">
              <a:lnSpc>
                <a:spcPct val="115000"/>
              </a:lnSpc>
              <a:spcBef>
                <a:spcPts val="0"/>
              </a:spcBef>
              <a:spcAft>
                <a:spcPts val="0"/>
              </a:spcAft>
              <a:buClr>
                <a:schemeClr val="lt2"/>
              </a:buClr>
              <a:buSzPts val="1200"/>
              <a:buFont typeface="Montserrat"/>
              <a:buNone/>
              <a:defRPr sz="1200"/>
            </a:lvl7pPr>
            <a:lvl8pPr lvl="7" algn="l">
              <a:lnSpc>
                <a:spcPct val="115000"/>
              </a:lnSpc>
              <a:spcBef>
                <a:spcPts val="0"/>
              </a:spcBef>
              <a:spcAft>
                <a:spcPts val="0"/>
              </a:spcAft>
              <a:buClr>
                <a:schemeClr val="lt2"/>
              </a:buClr>
              <a:buSzPts val="1200"/>
              <a:buFont typeface="Montserrat"/>
              <a:buNone/>
              <a:defRPr sz="1200"/>
            </a:lvl8pPr>
            <a:lvl9pPr lvl="8" algn="l">
              <a:lnSpc>
                <a:spcPct val="115000"/>
              </a:lnSpc>
              <a:spcBef>
                <a:spcPts val="0"/>
              </a:spcBef>
              <a:spcAft>
                <a:spcPts val="0"/>
              </a:spcAft>
              <a:buClr>
                <a:schemeClr val="lt2"/>
              </a:buClr>
              <a:buSzPts val="1200"/>
              <a:buFont typeface="Montserrat"/>
              <a:buNone/>
              <a:defRPr sz="1200"/>
            </a:lvl9pPr>
          </a:lstStyle>
          <a:p/>
        </p:txBody>
      </p:sp>
      <p:sp>
        <p:nvSpPr>
          <p:cNvPr id="32" name="Google Shape;32;p12"/>
          <p:cNvSpPr txBox="1"/>
          <p:nvPr>
            <p:ph idx="17" type="subTitle"/>
          </p:nvPr>
        </p:nvSpPr>
        <p:spPr>
          <a:xfrm>
            <a:off x="5343675" y="4232875"/>
            <a:ext cx="3544500" cy="184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a:buNone/>
              <a:defRPr sz="1200"/>
            </a:lvl1pPr>
            <a:lvl2pPr lvl="1" algn="l">
              <a:lnSpc>
                <a:spcPct val="115000"/>
              </a:lnSpc>
              <a:spcBef>
                <a:spcPts val="0"/>
              </a:spcBef>
              <a:spcAft>
                <a:spcPts val="0"/>
              </a:spcAft>
              <a:buClr>
                <a:schemeClr val="lt2"/>
              </a:buClr>
              <a:buSzPts val="1200"/>
              <a:buFont typeface="Montserrat"/>
              <a:buNone/>
              <a:defRPr sz="1200"/>
            </a:lvl2pPr>
            <a:lvl3pPr lvl="2" algn="l">
              <a:lnSpc>
                <a:spcPct val="115000"/>
              </a:lnSpc>
              <a:spcBef>
                <a:spcPts val="0"/>
              </a:spcBef>
              <a:spcAft>
                <a:spcPts val="0"/>
              </a:spcAft>
              <a:buClr>
                <a:schemeClr val="lt2"/>
              </a:buClr>
              <a:buSzPts val="1200"/>
              <a:buFont typeface="Montserrat"/>
              <a:buNone/>
              <a:defRPr sz="1200"/>
            </a:lvl3pPr>
            <a:lvl4pPr lvl="3" algn="l">
              <a:lnSpc>
                <a:spcPct val="115000"/>
              </a:lnSpc>
              <a:spcBef>
                <a:spcPts val="0"/>
              </a:spcBef>
              <a:spcAft>
                <a:spcPts val="0"/>
              </a:spcAft>
              <a:buClr>
                <a:schemeClr val="lt2"/>
              </a:buClr>
              <a:buSzPts val="1200"/>
              <a:buFont typeface="Montserrat"/>
              <a:buNone/>
              <a:defRPr sz="1200"/>
            </a:lvl4pPr>
            <a:lvl5pPr lvl="4" algn="l">
              <a:lnSpc>
                <a:spcPct val="115000"/>
              </a:lnSpc>
              <a:spcBef>
                <a:spcPts val="0"/>
              </a:spcBef>
              <a:spcAft>
                <a:spcPts val="0"/>
              </a:spcAft>
              <a:buClr>
                <a:schemeClr val="lt2"/>
              </a:buClr>
              <a:buSzPts val="1200"/>
              <a:buFont typeface="Montserrat"/>
              <a:buNone/>
              <a:defRPr sz="1200"/>
            </a:lvl5pPr>
            <a:lvl6pPr lvl="5" algn="l">
              <a:lnSpc>
                <a:spcPct val="115000"/>
              </a:lnSpc>
              <a:spcBef>
                <a:spcPts val="0"/>
              </a:spcBef>
              <a:spcAft>
                <a:spcPts val="0"/>
              </a:spcAft>
              <a:buClr>
                <a:schemeClr val="lt2"/>
              </a:buClr>
              <a:buSzPts val="1200"/>
              <a:buFont typeface="Montserrat"/>
              <a:buNone/>
              <a:defRPr sz="1200"/>
            </a:lvl6pPr>
            <a:lvl7pPr lvl="6" algn="l">
              <a:lnSpc>
                <a:spcPct val="115000"/>
              </a:lnSpc>
              <a:spcBef>
                <a:spcPts val="0"/>
              </a:spcBef>
              <a:spcAft>
                <a:spcPts val="0"/>
              </a:spcAft>
              <a:buClr>
                <a:schemeClr val="lt2"/>
              </a:buClr>
              <a:buSzPts val="1200"/>
              <a:buFont typeface="Montserrat"/>
              <a:buNone/>
              <a:defRPr sz="1200"/>
            </a:lvl7pPr>
            <a:lvl8pPr lvl="7" algn="l">
              <a:lnSpc>
                <a:spcPct val="115000"/>
              </a:lnSpc>
              <a:spcBef>
                <a:spcPts val="0"/>
              </a:spcBef>
              <a:spcAft>
                <a:spcPts val="0"/>
              </a:spcAft>
              <a:buClr>
                <a:schemeClr val="lt2"/>
              </a:buClr>
              <a:buSzPts val="1200"/>
              <a:buFont typeface="Montserrat"/>
              <a:buNone/>
              <a:defRPr sz="1200"/>
            </a:lvl8pPr>
            <a:lvl9pPr lvl="8" algn="l">
              <a:lnSpc>
                <a:spcPct val="115000"/>
              </a:lnSpc>
              <a:spcBef>
                <a:spcPts val="0"/>
              </a:spcBef>
              <a:spcAft>
                <a:spcPts val="0"/>
              </a:spcAft>
              <a:buClr>
                <a:schemeClr val="lt2"/>
              </a:buClr>
              <a:buSzPts val="1200"/>
              <a:buFont typeface="Montserrat"/>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alt">
  <p:cSld name="BLANK_1_1_1_1_1_1_1_1_1_1_1_1_1_1_1_1_1_1_1">
    <p:spTree>
      <p:nvGrpSpPr>
        <p:cNvPr id="33" name="Shape 33"/>
        <p:cNvGrpSpPr/>
        <p:nvPr/>
      </p:nvGrpSpPr>
      <p:grpSpPr>
        <a:xfrm>
          <a:off x="0" y="0"/>
          <a:ext cx="0" cy="0"/>
          <a:chOff x="0" y="0"/>
          <a:chExt cx="0" cy="0"/>
        </a:xfrm>
      </p:grpSpPr>
      <p:sp>
        <p:nvSpPr>
          <p:cNvPr id="34" name="Google Shape;34;p13"/>
          <p:cNvSpPr txBox="1"/>
          <p:nvPr>
            <p:ph idx="1" type="body"/>
          </p:nvPr>
        </p:nvSpPr>
        <p:spPr>
          <a:xfrm>
            <a:off x="256025" y="4056350"/>
            <a:ext cx="2661300" cy="8310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35" name="Google Shape;35;p13"/>
          <p:cNvSpPr txBox="1"/>
          <p:nvPr>
            <p:ph idx="2" type="body"/>
          </p:nvPr>
        </p:nvSpPr>
        <p:spPr>
          <a:xfrm>
            <a:off x="3241424" y="4056350"/>
            <a:ext cx="2661300" cy="8310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36" name="Google Shape;36;p13"/>
          <p:cNvSpPr txBox="1"/>
          <p:nvPr>
            <p:ph idx="3" type="body"/>
          </p:nvPr>
        </p:nvSpPr>
        <p:spPr>
          <a:xfrm>
            <a:off x="6226798" y="4056350"/>
            <a:ext cx="2661300" cy="8310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37" name="Google Shape;37;p13"/>
          <p:cNvSpPr/>
          <p:nvPr>
            <p:ph idx="4" type="pic"/>
          </p:nvPr>
        </p:nvSpPr>
        <p:spPr>
          <a:xfrm>
            <a:off x="256025" y="1597425"/>
            <a:ext cx="2661300" cy="1966200"/>
          </a:xfrm>
          <a:prstGeom prst="rect">
            <a:avLst/>
          </a:prstGeom>
          <a:noFill/>
          <a:ln>
            <a:noFill/>
          </a:ln>
        </p:spPr>
      </p:sp>
      <p:sp>
        <p:nvSpPr>
          <p:cNvPr id="38" name="Google Shape;38;p13"/>
          <p:cNvSpPr/>
          <p:nvPr>
            <p:ph idx="5" type="pic"/>
          </p:nvPr>
        </p:nvSpPr>
        <p:spPr>
          <a:xfrm>
            <a:off x="3241425" y="1597425"/>
            <a:ext cx="2661300" cy="1966200"/>
          </a:xfrm>
          <a:prstGeom prst="rect">
            <a:avLst/>
          </a:prstGeom>
          <a:noFill/>
          <a:ln>
            <a:noFill/>
          </a:ln>
        </p:spPr>
      </p:sp>
      <p:sp>
        <p:nvSpPr>
          <p:cNvPr id="39" name="Google Shape;39;p13"/>
          <p:cNvSpPr/>
          <p:nvPr>
            <p:ph idx="6" type="pic"/>
          </p:nvPr>
        </p:nvSpPr>
        <p:spPr>
          <a:xfrm>
            <a:off x="6226825" y="1588650"/>
            <a:ext cx="2661300" cy="1966200"/>
          </a:xfrm>
          <a:prstGeom prst="rect">
            <a:avLst/>
          </a:prstGeom>
          <a:noFill/>
          <a:ln>
            <a:noFill/>
          </a:ln>
        </p:spPr>
      </p:sp>
      <p:sp>
        <p:nvSpPr>
          <p:cNvPr id="40" name="Google Shape;40;p13"/>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41" name="Google Shape;41;p13"/>
          <p:cNvSpPr txBox="1"/>
          <p:nvPr>
            <p:ph idx="7" type="subTitle"/>
          </p:nvPr>
        </p:nvSpPr>
        <p:spPr>
          <a:xfrm>
            <a:off x="256050" y="3765870"/>
            <a:ext cx="2661300" cy="16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Font typeface="Montserrat"/>
              <a:buNone/>
              <a:defRPr sz="1200">
                <a:solidFill>
                  <a:schemeClr val="dk1"/>
                </a:solidFill>
              </a:defRPr>
            </a:lvl1pPr>
            <a:lvl2pPr lvl="1" algn="l">
              <a:lnSpc>
                <a:spcPct val="115000"/>
              </a:lnSpc>
              <a:spcBef>
                <a:spcPts val="0"/>
              </a:spcBef>
              <a:spcAft>
                <a:spcPts val="0"/>
              </a:spcAft>
              <a:buClr>
                <a:schemeClr val="dk1"/>
              </a:buClr>
              <a:buSzPts val="1200"/>
              <a:buFont typeface="Montserrat"/>
              <a:buNone/>
              <a:defRPr sz="1200">
                <a:solidFill>
                  <a:schemeClr val="dk1"/>
                </a:solidFill>
              </a:defRPr>
            </a:lvl2pPr>
            <a:lvl3pPr lvl="2" algn="l">
              <a:lnSpc>
                <a:spcPct val="115000"/>
              </a:lnSpc>
              <a:spcBef>
                <a:spcPts val="0"/>
              </a:spcBef>
              <a:spcAft>
                <a:spcPts val="0"/>
              </a:spcAft>
              <a:buClr>
                <a:schemeClr val="dk1"/>
              </a:buClr>
              <a:buSzPts val="1200"/>
              <a:buFont typeface="Montserrat"/>
              <a:buNone/>
              <a:defRPr sz="1200">
                <a:solidFill>
                  <a:schemeClr val="dk1"/>
                </a:solidFill>
              </a:defRPr>
            </a:lvl3pPr>
            <a:lvl4pPr lvl="3" algn="l">
              <a:lnSpc>
                <a:spcPct val="115000"/>
              </a:lnSpc>
              <a:spcBef>
                <a:spcPts val="0"/>
              </a:spcBef>
              <a:spcAft>
                <a:spcPts val="0"/>
              </a:spcAft>
              <a:buClr>
                <a:schemeClr val="dk1"/>
              </a:buClr>
              <a:buSzPts val="1200"/>
              <a:buFont typeface="Montserrat"/>
              <a:buNone/>
              <a:defRPr sz="1200">
                <a:solidFill>
                  <a:schemeClr val="dk1"/>
                </a:solidFill>
              </a:defRPr>
            </a:lvl4pPr>
            <a:lvl5pPr lvl="4" algn="l">
              <a:lnSpc>
                <a:spcPct val="115000"/>
              </a:lnSpc>
              <a:spcBef>
                <a:spcPts val="0"/>
              </a:spcBef>
              <a:spcAft>
                <a:spcPts val="0"/>
              </a:spcAft>
              <a:buClr>
                <a:schemeClr val="dk1"/>
              </a:buClr>
              <a:buSzPts val="1200"/>
              <a:buFont typeface="Montserrat"/>
              <a:buNone/>
              <a:defRPr sz="1200">
                <a:solidFill>
                  <a:schemeClr val="dk1"/>
                </a:solidFill>
              </a:defRPr>
            </a:lvl5pPr>
            <a:lvl6pPr lvl="5" algn="l">
              <a:lnSpc>
                <a:spcPct val="115000"/>
              </a:lnSpc>
              <a:spcBef>
                <a:spcPts val="0"/>
              </a:spcBef>
              <a:spcAft>
                <a:spcPts val="0"/>
              </a:spcAft>
              <a:buClr>
                <a:schemeClr val="dk1"/>
              </a:buClr>
              <a:buSzPts val="1200"/>
              <a:buFont typeface="Montserrat"/>
              <a:buNone/>
              <a:defRPr sz="1200">
                <a:solidFill>
                  <a:schemeClr val="dk1"/>
                </a:solidFill>
              </a:defRPr>
            </a:lvl6pPr>
            <a:lvl7pPr lvl="6" algn="l">
              <a:lnSpc>
                <a:spcPct val="115000"/>
              </a:lnSpc>
              <a:spcBef>
                <a:spcPts val="0"/>
              </a:spcBef>
              <a:spcAft>
                <a:spcPts val="0"/>
              </a:spcAft>
              <a:buClr>
                <a:schemeClr val="dk1"/>
              </a:buClr>
              <a:buSzPts val="1200"/>
              <a:buFont typeface="Montserrat"/>
              <a:buNone/>
              <a:defRPr sz="1200">
                <a:solidFill>
                  <a:schemeClr val="dk1"/>
                </a:solidFill>
              </a:defRPr>
            </a:lvl7pPr>
            <a:lvl8pPr lvl="7" algn="l">
              <a:lnSpc>
                <a:spcPct val="115000"/>
              </a:lnSpc>
              <a:spcBef>
                <a:spcPts val="0"/>
              </a:spcBef>
              <a:spcAft>
                <a:spcPts val="0"/>
              </a:spcAft>
              <a:buClr>
                <a:schemeClr val="dk1"/>
              </a:buClr>
              <a:buSzPts val="1200"/>
              <a:buFont typeface="Montserrat"/>
              <a:buNone/>
              <a:defRPr sz="1200">
                <a:solidFill>
                  <a:schemeClr val="dk1"/>
                </a:solidFill>
              </a:defRPr>
            </a:lvl8pPr>
            <a:lvl9pPr lvl="8" algn="l">
              <a:lnSpc>
                <a:spcPct val="115000"/>
              </a:lnSpc>
              <a:spcBef>
                <a:spcPts val="0"/>
              </a:spcBef>
              <a:spcAft>
                <a:spcPts val="0"/>
              </a:spcAft>
              <a:buClr>
                <a:schemeClr val="dk1"/>
              </a:buClr>
              <a:buSzPts val="1200"/>
              <a:buFont typeface="Montserrat"/>
              <a:buNone/>
              <a:defRPr sz="1200">
                <a:solidFill>
                  <a:schemeClr val="dk1"/>
                </a:solidFill>
              </a:defRPr>
            </a:lvl9pPr>
          </a:lstStyle>
          <a:p/>
        </p:txBody>
      </p:sp>
      <p:sp>
        <p:nvSpPr>
          <p:cNvPr id="42" name="Google Shape;42;p13"/>
          <p:cNvSpPr txBox="1"/>
          <p:nvPr>
            <p:ph idx="8" type="subTitle"/>
          </p:nvPr>
        </p:nvSpPr>
        <p:spPr>
          <a:xfrm>
            <a:off x="3241350" y="3765870"/>
            <a:ext cx="2661300" cy="16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Font typeface="Montserrat"/>
              <a:buNone/>
              <a:defRPr sz="1200">
                <a:solidFill>
                  <a:schemeClr val="dk1"/>
                </a:solidFill>
              </a:defRPr>
            </a:lvl1pPr>
            <a:lvl2pPr lvl="1" algn="l">
              <a:lnSpc>
                <a:spcPct val="115000"/>
              </a:lnSpc>
              <a:spcBef>
                <a:spcPts val="0"/>
              </a:spcBef>
              <a:spcAft>
                <a:spcPts val="0"/>
              </a:spcAft>
              <a:buClr>
                <a:schemeClr val="dk1"/>
              </a:buClr>
              <a:buSzPts val="1200"/>
              <a:buFont typeface="Montserrat"/>
              <a:buNone/>
              <a:defRPr sz="1200">
                <a:solidFill>
                  <a:schemeClr val="dk1"/>
                </a:solidFill>
              </a:defRPr>
            </a:lvl2pPr>
            <a:lvl3pPr lvl="2" algn="l">
              <a:lnSpc>
                <a:spcPct val="115000"/>
              </a:lnSpc>
              <a:spcBef>
                <a:spcPts val="0"/>
              </a:spcBef>
              <a:spcAft>
                <a:spcPts val="0"/>
              </a:spcAft>
              <a:buClr>
                <a:schemeClr val="dk1"/>
              </a:buClr>
              <a:buSzPts val="1200"/>
              <a:buFont typeface="Montserrat"/>
              <a:buNone/>
              <a:defRPr sz="1200">
                <a:solidFill>
                  <a:schemeClr val="dk1"/>
                </a:solidFill>
              </a:defRPr>
            </a:lvl3pPr>
            <a:lvl4pPr lvl="3" algn="l">
              <a:lnSpc>
                <a:spcPct val="115000"/>
              </a:lnSpc>
              <a:spcBef>
                <a:spcPts val="0"/>
              </a:spcBef>
              <a:spcAft>
                <a:spcPts val="0"/>
              </a:spcAft>
              <a:buClr>
                <a:schemeClr val="dk1"/>
              </a:buClr>
              <a:buSzPts val="1200"/>
              <a:buFont typeface="Montserrat"/>
              <a:buNone/>
              <a:defRPr sz="1200">
                <a:solidFill>
                  <a:schemeClr val="dk1"/>
                </a:solidFill>
              </a:defRPr>
            </a:lvl4pPr>
            <a:lvl5pPr lvl="4" algn="l">
              <a:lnSpc>
                <a:spcPct val="115000"/>
              </a:lnSpc>
              <a:spcBef>
                <a:spcPts val="0"/>
              </a:spcBef>
              <a:spcAft>
                <a:spcPts val="0"/>
              </a:spcAft>
              <a:buClr>
                <a:schemeClr val="dk1"/>
              </a:buClr>
              <a:buSzPts val="1200"/>
              <a:buFont typeface="Montserrat"/>
              <a:buNone/>
              <a:defRPr sz="1200">
                <a:solidFill>
                  <a:schemeClr val="dk1"/>
                </a:solidFill>
              </a:defRPr>
            </a:lvl5pPr>
            <a:lvl6pPr lvl="5" algn="l">
              <a:lnSpc>
                <a:spcPct val="115000"/>
              </a:lnSpc>
              <a:spcBef>
                <a:spcPts val="0"/>
              </a:spcBef>
              <a:spcAft>
                <a:spcPts val="0"/>
              </a:spcAft>
              <a:buClr>
                <a:schemeClr val="dk1"/>
              </a:buClr>
              <a:buSzPts val="1200"/>
              <a:buFont typeface="Montserrat"/>
              <a:buNone/>
              <a:defRPr sz="1200">
                <a:solidFill>
                  <a:schemeClr val="dk1"/>
                </a:solidFill>
              </a:defRPr>
            </a:lvl6pPr>
            <a:lvl7pPr lvl="6" algn="l">
              <a:lnSpc>
                <a:spcPct val="115000"/>
              </a:lnSpc>
              <a:spcBef>
                <a:spcPts val="0"/>
              </a:spcBef>
              <a:spcAft>
                <a:spcPts val="0"/>
              </a:spcAft>
              <a:buClr>
                <a:schemeClr val="dk1"/>
              </a:buClr>
              <a:buSzPts val="1200"/>
              <a:buFont typeface="Montserrat"/>
              <a:buNone/>
              <a:defRPr sz="1200">
                <a:solidFill>
                  <a:schemeClr val="dk1"/>
                </a:solidFill>
              </a:defRPr>
            </a:lvl7pPr>
            <a:lvl8pPr lvl="7" algn="l">
              <a:lnSpc>
                <a:spcPct val="115000"/>
              </a:lnSpc>
              <a:spcBef>
                <a:spcPts val="0"/>
              </a:spcBef>
              <a:spcAft>
                <a:spcPts val="0"/>
              </a:spcAft>
              <a:buClr>
                <a:schemeClr val="dk1"/>
              </a:buClr>
              <a:buSzPts val="1200"/>
              <a:buFont typeface="Montserrat"/>
              <a:buNone/>
              <a:defRPr sz="1200">
                <a:solidFill>
                  <a:schemeClr val="dk1"/>
                </a:solidFill>
              </a:defRPr>
            </a:lvl8pPr>
            <a:lvl9pPr lvl="8" algn="l">
              <a:lnSpc>
                <a:spcPct val="115000"/>
              </a:lnSpc>
              <a:spcBef>
                <a:spcPts val="0"/>
              </a:spcBef>
              <a:spcAft>
                <a:spcPts val="0"/>
              </a:spcAft>
              <a:buClr>
                <a:schemeClr val="dk1"/>
              </a:buClr>
              <a:buSzPts val="1200"/>
              <a:buFont typeface="Montserrat"/>
              <a:buNone/>
              <a:defRPr sz="1200">
                <a:solidFill>
                  <a:schemeClr val="dk1"/>
                </a:solidFill>
              </a:defRPr>
            </a:lvl9pPr>
          </a:lstStyle>
          <a:p/>
        </p:txBody>
      </p:sp>
      <p:sp>
        <p:nvSpPr>
          <p:cNvPr id="43" name="Google Shape;43;p13"/>
          <p:cNvSpPr txBox="1"/>
          <p:nvPr>
            <p:ph idx="9" type="subTitle"/>
          </p:nvPr>
        </p:nvSpPr>
        <p:spPr>
          <a:xfrm>
            <a:off x="6226650" y="3765870"/>
            <a:ext cx="2661300" cy="16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200"/>
              <a:buFont typeface="Montserrat"/>
              <a:buNone/>
              <a:defRPr sz="1200">
                <a:solidFill>
                  <a:schemeClr val="dk1"/>
                </a:solidFill>
              </a:defRPr>
            </a:lvl1pPr>
            <a:lvl2pPr lvl="1" algn="l">
              <a:lnSpc>
                <a:spcPct val="115000"/>
              </a:lnSpc>
              <a:spcBef>
                <a:spcPts val="0"/>
              </a:spcBef>
              <a:spcAft>
                <a:spcPts val="0"/>
              </a:spcAft>
              <a:buClr>
                <a:schemeClr val="dk1"/>
              </a:buClr>
              <a:buSzPts val="1200"/>
              <a:buFont typeface="Montserrat"/>
              <a:buNone/>
              <a:defRPr sz="1200">
                <a:solidFill>
                  <a:schemeClr val="dk1"/>
                </a:solidFill>
              </a:defRPr>
            </a:lvl2pPr>
            <a:lvl3pPr lvl="2" algn="l">
              <a:lnSpc>
                <a:spcPct val="115000"/>
              </a:lnSpc>
              <a:spcBef>
                <a:spcPts val="0"/>
              </a:spcBef>
              <a:spcAft>
                <a:spcPts val="0"/>
              </a:spcAft>
              <a:buClr>
                <a:schemeClr val="dk1"/>
              </a:buClr>
              <a:buSzPts val="1200"/>
              <a:buFont typeface="Montserrat"/>
              <a:buNone/>
              <a:defRPr sz="1200">
                <a:solidFill>
                  <a:schemeClr val="dk1"/>
                </a:solidFill>
              </a:defRPr>
            </a:lvl3pPr>
            <a:lvl4pPr lvl="3" algn="l">
              <a:lnSpc>
                <a:spcPct val="115000"/>
              </a:lnSpc>
              <a:spcBef>
                <a:spcPts val="0"/>
              </a:spcBef>
              <a:spcAft>
                <a:spcPts val="0"/>
              </a:spcAft>
              <a:buClr>
                <a:schemeClr val="dk1"/>
              </a:buClr>
              <a:buSzPts val="1200"/>
              <a:buFont typeface="Montserrat"/>
              <a:buNone/>
              <a:defRPr sz="1200">
                <a:solidFill>
                  <a:schemeClr val="dk1"/>
                </a:solidFill>
              </a:defRPr>
            </a:lvl4pPr>
            <a:lvl5pPr lvl="4" algn="l">
              <a:lnSpc>
                <a:spcPct val="115000"/>
              </a:lnSpc>
              <a:spcBef>
                <a:spcPts val="0"/>
              </a:spcBef>
              <a:spcAft>
                <a:spcPts val="0"/>
              </a:spcAft>
              <a:buClr>
                <a:schemeClr val="dk1"/>
              </a:buClr>
              <a:buSzPts val="1200"/>
              <a:buFont typeface="Montserrat"/>
              <a:buNone/>
              <a:defRPr sz="1200">
                <a:solidFill>
                  <a:schemeClr val="dk1"/>
                </a:solidFill>
              </a:defRPr>
            </a:lvl5pPr>
            <a:lvl6pPr lvl="5" algn="l">
              <a:lnSpc>
                <a:spcPct val="115000"/>
              </a:lnSpc>
              <a:spcBef>
                <a:spcPts val="0"/>
              </a:spcBef>
              <a:spcAft>
                <a:spcPts val="0"/>
              </a:spcAft>
              <a:buClr>
                <a:schemeClr val="dk1"/>
              </a:buClr>
              <a:buSzPts val="1200"/>
              <a:buFont typeface="Montserrat"/>
              <a:buNone/>
              <a:defRPr sz="1200">
                <a:solidFill>
                  <a:schemeClr val="dk1"/>
                </a:solidFill>
              </a:defRPr>
            </a:lvl6pPr>
            <a:lvl7pPr lvl="6" algn="l">
              <a:lnSpc>
                <a:spcPct val="115000"/>
              </a:lnSpc>
              <a:spcBef>
                <a:spcPts val="0"/>
              </a:spcBef>
              <a:spcAft>
                <a:spcPts val="0"/>
              </a:spcAft>
              <a:buClr>
                <a:schemeClr val="dk1"/>
              </a:buClr>
              <a:buSzPts val="1200"/>
              <a:buFont typeface="Montserrat"/>
              <a:buNone/>
              <a:defRPr sz="1200">
                <a:solidFill>
                  <a:schemeClr val="dk1"/>
                </a:solidFill>
              </a:defRPr>
            </a:lvl7pPr>
            <a:lvl8pPr lvl="7" algn="l">
              <a:lnSpc>
                <a:spcPct val="115000"/>
              </a:lnSpc>
              <a:spcBef>
                <a:spcPts val="0"/>
              </a:spcBef>
              <a:spcAft>
                <a:spcPts val="0"/>
              </a:spcAft>
              <a:buClr>
                <a:schemeClr val="dk1"/>
              </a:buClr>
              <a:buSzPts val="1200"/>
              <a:buFont typeface="Montserrat"/>
              <a:buNone/>
              <a:defRPr sz="1200">
                <a:solidFill>
                  <a:schemeClr val="dk1"/>
                </a:solidFill>
              </a:defRPr>
            </a:lvl8pPr>
            <a:lvl9pPr lvl="8" algn="l">
              <a:lnSpc>
                <a:spcPct val="115000"/>
              </a:lnSpc>
              <a:spcBef>
                <a:spcPts val="0"/>
              </a:spcBef>
              <a:spcAft>
                <a:spcPts val="0"/>
              </a:spcAft>
              <a:buClr>
                <a:schemeClr val="dk1"/>
              </a:buClr>
              <a:buSzPts val="1200"/>
              <a:buFont typeface="Montserrat"/>
              <a:buNone/>
              <a:defRPr sz="1200">
                <a:solidFill>
                  <a:schemeClr val="dk1"/>
                </a:solidFill>
              </a:defRPr>
            </a:lvl9pPr>
          </a:lstStyle>
          <a:p/>
        </p:txBody>
      </p:sp>
      <p:sp>
        <p:nvSpPr>
          <p:cNvPr id="44" name="Google Shape;44;p13"/>
          <p:cNvSpPr txBox="1"/>
          <p:nvPr>
            <p:ph idx="13"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6">
  <p:cSld name="BLANK_1_1_1_1_1_1_1_1_1_1_1_2_1_2_2">
    <p:spTree>
      <p:nvGrpSpPr>
        <p:cNvPr id="45" name="Shape 45"/>
        <p:cNvGrpSpPr/>
        <p:nvPr/>
      </p:nvGrpSpPr>
      <p:grpSpPr>
        <a:xfrm>
          <a:off x="0" y="0"/>
          <a:ext cx="0" cy="0"/>
          <a:chOff x="0" y="0"/>
          <a:chExt cx="0" cy="0"/>
        </a:xfrm>
      </p:grpSpPr>
      <p:sp>
        <p:nvSpPr>
          <p:cNvPr id="46" name="Google Shape;46;p14"/>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47" name="Google Shape;47;p14"/>
          <p:cNvSpPr txBox="1"/>
          <p:nvPr>
            <p:ph idx="1"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48" name="Google Shape;48;p14"/>
          <p:cNvSpPr txBox="1"/>
          <p:nvPr>
            <p:ph idx="2"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49" name="Google Shape;49;p14"/>
          <p:cNvSpPr txBox="1"/>
          <p:nvPr>
            <p:ph idx="3" type="title"/>
          </p:nvPr>
        </p:nvSpPr>
        <p:spPr>
          <a:xfrm>
            <a:off x="3622350" y="3410283"/>
            <a:ext cx="1899300" cy="714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p:txBody>
      </p:sp>
      <p:sp>
        <p:nvSpPr>
          <p:cNvPr id="50" name="Google Shape;50;p14"/>
          <p:cNvSpPr txBox="1"/>
          <p:nvPr>
            <p:ph idx="4" type="subTitle"/>
          </p:nvPr>
        </p:nvSpPr>
        <p:spPr>
          <a:xfrm>
            <a:off x="3729900" y="4217102"/>
            <a:ext cx="16842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51" name="Google Shape;51;p14"/>
          <p:cNvSpPr txBox="1"/>
          <p:nvPr>
            <p:ph idx="5" type="title"/>
          </p:nvPr>
        </p:nvSpPr>
        <p:spPr>
          <a:xfrm>
            <a:off x="574363" y="3410283"/>
            <a:ext cx="1899300" cy="714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p:txBody>
      </p:sp>
      <p:sp>
        <p:nvSpPr>
          <p:cNvPr id="52" name="Google Shape;52;p14"/>
          <p:cNvSpPr txBox="1"/>
          <p:nvPr>
            <p:ph idx="6" type="subTitle"/>
          </p:nvPr>
        </p:nvSpPr>
        <p:spPr>
          <a:xfrm>
            <a:off x="681913" y="4217102"/>
            <a:ext cx="16842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53" name="Google Shape;53;p14"/>
          <p:cNvSpPr txBox="1"/>
          <p:nvPr>
            <p:ph idx="7" type="title"/>
          </p:nvPr>
        </p:nvSpPr>
        <p:spPr>
          <a:xfrm>
            <a:off x="6670325" y="3410283"/>
            <a:ext cx="1899300" cy="714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p:txBody>
      </p:sp>
      <p:sp>
        <p:nvSpPr>
          <p:cNvPr id="54" name="Google Shape;54;p14"/>
          <p:cNvSpPr txBox="1"/>
          <p:nvPr>
            <p:ph idx="8" type="subTitle"/>
          </p:nvPr>
        </p:nvSpPr>
        <p:spPr>
          <a:xfrm>
            <a:off x="6777875" y="4217102"/>
            <a:ext cx="16842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5">
    <p:bg>
      <p:bgPr>
        <a:solidFill>
          <a:schemeClr val="dk2"/>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57" name="Google Shape;57;p15"/>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58" name="Google Shape;58;p15"/>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59" name="Google Shape;59;p15"/>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60" name="Google Shape;60;p15"/>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61" name="Google Shape;61;p15"/>
          <p:cNvSpPr txBox="1"/>
          <p:nvPr>
            <p:ph idx="1" type="body"/>
          </p:nvPr>
        </p:nvSpPr>
        <p:spPr>
          <a:xfrm>
            <a:off x="255975" y="1836350"/>
            <a:ext cx="1881600" cy="775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62" name="Google Shape;62;p15"/>
          <p:cNvSpPr txBox="1"/>
          <p:nvPr>
            <p:ph idx="2" type="title"/>
          </p:nvPr>
        </p:nvSpPr>
        <p:spPr>
          <a:xfrm>
            <a:off x="255975" y="1547275"/>
            <a:ext cx="1881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p:txBody>
      </p:sp>
      <p:sp>
        <p:nvSpPr>
          <p:cNvPr id="63" name="Google Shape;63;p15"/>
          <p:cNvSpPr txBox="1"/>
          <p:nvPr>
            <p:ph idx="3" type="body"/>
          </p:nvPr>
        </p:nvSpPr>
        <p:spPr>
          <a:xfrm>
            <a:off x="2506125" y="1836350"/>
            <a:ext cx="1881600" cy="775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64" name="Google Shape;64;p15"/>
          <p:cNvSpPr txBox="1"/>
          <p:nvPr>
            <p:ph idx="4" type="title"/>
          </p:nvPr>
        </p:nvSpPr>
        <p:spPr>
          <a:xfrm>
            <a:off x="2506125" y="1547275"/>
            <a:ext cx="1881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p:txBody>
      </p:sp>
      <p:sp>
        <p:nvSpPr>
          <p:cNvPr id="65" name="Google Shape;65;p15"/>
          <p:cNvSpPr txBox="1"/>
          <p:nvPr>
            <p:ph idx="5" type="body"/>
          </p:nvPr>
        </p:nvSpPr>
        <p:spPr>
          <a:xfrm>
            <a:off x="4756275" y="1836350"/>
            <a:ext cx="1881600" cy="775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66" name="Google Shape;66;p15"/>
          <p:cNvSpPr txBox="1"/>
          <p:nvPr>
            <p:ph idx="6" type="title"/>
          </p:nvPr>
        </p:nvSpPr>
        <p:spPr>
          <a:xfrm>
            <a:off x="4756275" y="1547275"/>
            <a:ext cx="1881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ub-section 3">
  <p:cSld name="BLANK_1_1_1_1_1_1_1_1_1_1_1_4_1_1_1">
    <p:bg>
      <p:bgPr>
        <a:solidFill>
          <a:schemeClr val="dk1"/>
        </a:solidFill>
      </p:bgPr>
    </p:bg>
    <p:spTree>
      <p:nvGrpSpPr>
        <p:cNvPr id="67" name="Shape 67"/>
        <p:cNvGrpSpPr/>
        <p:nvPr/>
      </p:nvGrpSpPr>
      <p:grpSpPr>
        <a:xfrm>
          <a:off x="0" y="0"/>
          <a:ext cx="0" cy="0"/>
          <a:chOff x="0" y="0"/>
          <a:chExt cx="0" cy="0"/>
        </a:xfrm>
      </p:grpSpPr>
      <p:sp>
        <p:nvSpPr>
          <p:cNvPr id="68" name="Google Shape;68;p16"/>
          <p:cNvSpPr txBox="1"/>
          <p:nvPr>
            <p:ph type="title"/>
          </p:nvPr>
        </p:nvSpPr>
        <p:spPr>
          <a:xfrm>
            <a:off x="256025" y="213150"/>
            <a:ext cx="55836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solidFill>
                  <a:schemeClr val="accent3"/>
                </a:solidFill>
              </a:defRPr>
            </a:lvl1pPr>
            <a:lvl2pPr lvl="1" algn="l">
              <a:lnSpc>
                <a:spcPct val="115000"/>
              </a:lnSpc>
              <a:spcBef>
                <a:spcPts val="0"/>
              </a:spcBef>
              <a:spcAft>
                <a:spcPts val="0"/>
              </a:spcAft>
              <a:buSzPts val="4800"/>
              <a:buNone/>
              <a:defRPr sz="3000">
                <a:solidFill>
                  <a:schemeClr val="accent3"/>
                </a:solidFill>
              </a:defRPr>
            </a:lvl2pPr>
            <a:lvl3pPr lvl="2" algn="l">
              <a:lnSpc>
                <a:spcPct val="115000"/>
              </a:lnSpc>
              <a:spcBef>
                <a:spcPts val="0"/>
              </a:spcBef>
              <a:spcAft>
                <a:spcPts val="0"/>
              </a:spcAft>
              <a:buSzPts val="4800"/>
              <a:buNone/>
              <a:defRPr sz="3000">
                <a:solidFill>
                  <a:schemeClr val="accent3"/>
                </a:solidFill>
              </a:defRPr>
            </a:lvl3pPr>
            <a:lvl4pPr lvl="3" algn="l">
              <a:lnSpc>
                <a:spcPct val="115000"/>
              </a:lnSpc>
              <a:spcBef>
                <a:spcPts val="0"/>
              </a:spcBef>
              <a:spcAft>
                <a:spcPts val="0"/>
              </a:spcAft>
              <a:buSzPts val="4800"/>
              <a:buNone/>
              <a:defRPr sz="3000">
                <a:solidFill>
                  <a:schemeClr val="accent3"/>
                </a:solidFill>
              </a:defRPr>
            </a:lvl4pPr>
            <a:lvl5pPr lvl="4" algn="l">
              <a:lnSpc>
                <a:spcPct val="115000"/>
              </a:lnSpc>
              <a:spcBef>
                <a:spcPts val="0"/>
              </a:spcBef>
              <a:spcAft>
                <a:spcPts val="0"/>
              </a:spcAft>
              <a:buSzPts val="4800"/>
              <a:buNone/>
              <a:defRPr sz="3000">
                <a:solidFill>
                  <a:schemeClr val="accent3"/>
                </a:solidFill>
              </a:defRPr>
            </a:lvl5pPr>
            <a:lvl6pPr lvl="5" algn="l">
              <a:lnSpc>
                <a:spcPct val="115000"/>
              </a:lnSpc>
              <a:spcBef>
                <a:spcPts val="0"/>
              </a:spcBef>
              <a:spcAft>
                <a:spcPts val="0"/>
              </a:spcAft>
              <a:buSzPts val="4800"/>
              <a:buNone/>
              <a:defRPr sz="3000">
                <a:solidFill>
                  <a:schemeClr val="accent3"/>
                </a:solidFill>
              </a:defRPr>
            </a:lvl6pPr>
            <a:lvl7pPr lvl="6" algn="l">
              <a:lnSpc>
                <a:spcPct val="115000"/>
              </a:lnSpc>
              <a:spcBef>
                <a:spcPts val="0"/>
              </a:spcBef>
              <a:spcAft>
                <a:spcPts val="0"/>
              </a:spcAft>
              <a:buSzPts val="4800"/>
              <a:buNone/>
              <a:defRPr sz="3000">
                <a:solidFill>
                  <a:schemeClr val="accent3"/>
                </a:solidFill>
              </a:defRPr>
            </a:lvl7pPr>
            <a:lvl8pPr lvl="7" algn="l">
              <a:lnSpc>
                <a:spcPct val="115000"/>
              </a:lnSpc>
              <a:spcBef>
                <a:spcPts val="0"/>
              </a:spcBef>
              <a:spcAft>
                <a:spcPts val="0"/>
              </a:spcAft>
              <a:buSzPts val="4800"/>
              <a:buNone/>
              <a:defRPr sz="3000">
                <a:solidFill>
                  <a:schemeClr val="accent3"/>
                </a:solidFill>
              </a:defRPr>
            </a:lvl8pPr>
            <a:lvl9pPr lvl="8" algn="l">
              <a:lnSpc>
                <a:spcPct val="115000"/>
              </a:lnSpc>
              <a:spcBef>
                <a:spcPts val="0"/>
              </a:spcBef>
              <a:spcAft>
                <a:spcPts val="0"/>
              </a:spcAft>
              <a:buSzPts val="4800"/>
              <a:buNone/>
              <a:defRPr sz="3000">
                <a:solidFill>
                  <a:schemeClr val="accent3"/>
                </a:solidFill>
              </a:defRPr>
            </a:lvl9pPr>
          </a:lstStyle>
          <a:p/>
        </p:txBody>
      </p:sp>
      <p:sp>
        <p:nvSpPr>
          <p:cNvPr id="69" name="Google Shape;69;p16"/>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70" name="Google Shape;70;p16"/>
          <p:cNvSpPr txBox="1"/>
          <p:nvPr>
            <p:ph idx="1" type="body"/>
          </p:nvPr>
        </p:nvSpPr>
        <p:spPr>
          <a:xfrm>
            <a:off x="255975" y="1876725"/>
            <a:ext cx="1881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i="1"/>
            </a:lvl1pPr>
            <a:lvl2pPr indent="-285750" lvl="1" marL="914400" algn="l">
              <a:lnSpc>
                <a:spcPct val="115000"/>
              </a:lnSpc>
              <a:spcBef>
                <a:spcPts val="0"/>
              </a:spcBef>
              <a:spcAft>
                <a:spcPts val="0"/>
              </a:spcAft>
              <a:buClr>
                <a:schemeClr val="lt2"/>
              </a:buClr>
              <a:buSzPts val="900"/>
              <a:buFont typeface="Montserrat"/>
              <a:buChar char="○"/>
              <a:defRPr i="1"/>
            </a:lvl2pPr>
            <a:lvl3pPr indent="-285750" lvl="2" marL="1371600" algn="l">
              <a:lnSpc>
                <a:spcPct val="115000"/>
              </a:lnSpc>
              <a:spcBef>
                <a:spcPts val="0"/>
              </a:spcBef>
              <a:spcAft>
                <a:spcPts val="0"/>
              </a:spcAft>
              <a:buClr>
                <a:schemeClr val="lt2"/>
              </a:buClr>
              <a:buSzPts val="900"/>
              <a:buFont typeface="Montserrat"/>
              <a:buChar char="■"/>
              <a:defRPr i="1"/>
            </a:lvl3pPr>
            <a:lvl4pPr indent="-285750" lvl="3" marL="1828800" algn="l">
              <a:lnSpc>
                <a:spcPct val="115000"/>
              </a:lnSpc>
              <a:spcBef>
                <a:spcPts val="0"/>
              </a:spcBef>
              <a:spcAft>
                <a:spcPts val="0"/>
              </a:spcAft>
              <a:buClr>
                <a:schemeClr val="lt2"/>
              </a:buClr>
              <a:buSzPts val="900"/>
              <a:buFont typeface="Montserrat"/>
              <a:buChar char="●"/>
              <a:defRPr i="1"/>
            </a:lvl4pPr>
            <a:lvl5pPr indent="-285750" lvl="4" marL="2286000" algn="l">
              <a:lnSpc>
                <a:spcPct val="115000"/>
              </a:lnSpc>
              <a:spcBef>
                <a:spcPts val="0"/>
              </a:spcBef>
              <a:spcAft>
                <a:spcPts val="0"/>
              </a:spcAft>
              <a:buClr>
                <a:schemeClr val="lt2"/>
              </a:buClr>
              <a:buSzPts val="900"/>
              <a:buFont typeface="Montserrat"/>
              <a:buChar char="○"/>
              <a:defRPr i="1"/>
            </a:lvl5pPr>
            <a:lvl6pPr indent="-285750" lvl="5" marL="2743200" algn="l">
              <a:lnSpc>
                <a:spcPct val="115000"/>
              </a:lnSpc>
              <a:spcBef>
                <a:spcPts val="0"/>
              </a:spcBef>
              <a:spcAft>
                <a:spcPts val="0"/>
              </a:spcAft>
              <a:buClr>
                <a:schemeClr val="lt2"/>
              </a:buClr>
              <a:buSzPts val="900"/>
              <a:buFont typeface="Montserrat"/>
              <a:buChar char="■"/>
              <a:defRPr i="1"/>
            </a:lvl6pPr>
            <a:lvl7pPr indent="-285750" lvl="6" marL="3200400" algn="l">
              <a:lnSpc>
                <a:spcPct val="115000"/>
              </a:lnSpc>
              <a:spcBef>
                <a:spcPts val="0"/>
              </a:spcBef>
              <a:spcAft>
                <a:spcPts val="0"/>
              </a:spcAft>
              <a:buClr>
                <a:schemeClr val="lt2"/>
              </a:buClr>
              <a:buSzPts val="900"/>
              <a:buFont typeface="Montserrat"/>
              <a:buChar char="●"/>
              <a:defRPr i="1"/>
            </a:lvl7pPr>
            <a:lvl8pPr indent="-285750" lvl="7" marL="3657600" algn="l">
              <a:lnSpc>
                <a:spcPct val="115000"/>
              </a:lnSpc>
              <a:spcBef>
                <a:spcPts val="0"/>
              </a:spcBef>
              <a:spcAft>
                <a:spcPts val="0"/>
              </a:spcAft>
              <a:buClr>
                <a:schemeClr val="lt2"/>
              </a:buClr>
              <a:buSzPts val="900"/>
              <a:buFont typeface="Montserrat"/>
              <a:buChar char="○"/>
              <a:defRPr i="1"/>
            </a:lvl8pPr>
            <a:lvl9pPr indent="-285750" lvl="8" marL="4114800" algn="l">
              <a:lnSpc>
                <a:spcPct val="115000"/>
              </a:lnSpc>
              <a:spcBef>
                <a:spcPts val="0"/>
              </a:spcBef>
              <a:spcAft>
                <a:spcPts val="0"/>
              </a:spcAft>
              <a:buClr>
                <a:schemeClr val="lt2"/>
              </a:buClr>
              <a:buSzPts val="900"/>
              <a:buFont typeface="Montserrat"/>
              <a:buChar char="■"/>
              <a:defRPr i="1"/>
            </a:lvl9pPr>
          </a:lstStyle>
          <a:p/>
        </p:txBody>
      </p:sp>
      <p:sp>
        <p:nvSpPr>
          <p:cNvPr id="71" name="Google Shape;71;p16"/>
          <p:cNvSpPr txBox="1"/>
          <p:nvPr>
            <p:ph idx="2" type="body"/>
          </p:nvPr>
        </p:nvSpPr>
        <p:spPr>
          <a:xfrm>
            <a:off x="2506175" y="1876725"/>
            <a:ext cx="1881600" cy="6183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i="1"/>
            </a:lvl1pPr>
            <a:lvl2pPr indent="-285750" lvl="1" marL="914400" algn="l">
              <a:lnSpc>
                <a:spcPct val="115000"/>
              </a:lnSpc>
              <a:spcBef>
                <a:spcPts val="0"/>
              </a:spcBef>
              <a:spcAft>
                <a:spcPts val="0"/>
              </a:spcAft>
              <a:buClr>
                <a:schemeClr val="lt2"/>
              </a:buClr>
              <a:buSzPts val="900"/>
              <a:buFont typeface="Montserrat"/>
              <a:buChar char="○"/>
              <a:defRPr i="1"/>
            </a:lvl2pPr>
            <a:lvl3pPr indent="-285750" lvl="2" marL="1371600" algn="l">
              <a:lnSpc>
                <a:spcPct val="115000"/>
              </a:lnSpc>
              <a:spcBef>
                <a:spcPts val="0"/>
              </a:spcBef>
              <a:spcAft>
                <a:spcPts val="0"/>
              </a:spcAft>
              <a:buClr>
                <a:schemeClr val="lt2"/>
              </a:buClr>
              <a:buSzPts val="900"/>
              <a:buFont typeface="Montserrat"/>
              <a:buChar char="■"/>
              <a:defRPr i="1"/>
            </a:lvl3pPr>
            <a:lvl4pPr indent="-285750" lvl="3" marL="1828800" algn="l">
              <a:lnSpc>
                <a:spcPct val="115000"/>
              </a:lnSpc>
              <a:spcBef>
                <a:spcPts val="0"/>
              </a:spcBef>
              <a:spcAft>
                <a:spcPts val="0"/>
              </a:spcAft>
              <a:buClr>
                <a:schemeClr val="lt2"/>
              </a:buClr>
              <a:buSzPts val="900"/>
              <a:buFont typeface="Montserrat"/>
              <a:buChar char="●"/>
              <a:defRPr i="1"/>
            </a:lvl4pPr>
            <a:lvl5pPr indent="-285750" lvl="4" marL="2286000" algn="l">
              <a:lnSpc>
                <a:spcPct val="115000"/>
              </a:lnSpc>
              <a:spcBef>
                <a:spcPts val="0"/>
              </a:spcBef>
              <a:spcAft>
                <a:spcPts val="0"/>
              </a:spcAft>
              <a:buClr>
                <a:schemeClr val="lt2"/>
              </a:buClr>
              <a:buSzPts val="900"/>
              <a:buFont typeface="Montserrat"/>
              <a:buChar char="○"/>
              <a:defRPr i="1"/>
            </a:lvl5pPr>
            <a:lvl6pPr indent="-285750" lvl="5" marL="2743200" algn="l">
              <a:lnSpc>
                <a:spcPct val="115000"/>
              </a:lnSpc>
              <a:spcBef>
                <a:spcPts val="0"/>
              </a:spcBef>
              <a:spcAft>
                <a:spcPts val="0"/>
              </a:spcAft>
              <a:buClr>
                <a:schemeClr val="lt2"/>
              </a:buClr>
              <a:buSzPts val="900"/>
              <a:buFont typeface="Montserrat"/>
              <a:buChar char="■"/>
              <a:defRPr i="1"/>
            </a:lvl6pPr>
            <a:lvl7pPr indent="-285750" lvl="6" marL="3200400" algn="l">
              <a:lnSpc>
                <a:spcPct val="115000"/>
              </a:lnSpc>
              <a:spcBef>
                <a:spcPts val="0"/>
              </a:spcBef>
              <a:spcAft>
                <a:spcPts val="0"/>
              </a:spcAft>
              <a:buClr>
                <a:schemeClr val="lt2"/>
              </a:buClr>
              <a:buSzPts val="900"/>
              <a:buFont typeface="Montserrat"/>
              <a:buChar char="●"/>
              <a:defRPr i="1"/>
            </a:lvl7pPr>
            <a:lvl8pPr indent="-285750" lvl="7" marL="3657600" algn="l">
              <a:lnSpc>
                <a:spcPct val="115000"/>
              </a:lnSpc>
              <a:spcBef>
                <a:spcPts val="0"/>
              </a:spcBef>
              <a:spcAft>
                <a:spcPts val="0"/>
              </a:spcAft>
              <a:buClr>
                <a:schemeClr val="lt2"/>
              </a:buClr>
              <a:buSzPts val="900"/>
              <a:buFont typeface="Montserrat"/>
              <a:buChar char="○"/>
              <a:defRPr i="1"/>
            </a:lvl8pPr>
            <a:lvl9pPr indent="-285750" lvl="8" marL="4114800" algn="l">
              <a:lnSpc>
                <a:spcPct val="115000"/>
              </a:lnSpc>
              <a:spcBef>
                <a:spcPts val="0"/>
              </a:spcBef>
              <a:spcAft>
                <a:spcPts val="0"/>
              </a:spcAft>
              <a:buClr>
                <a:schemeClr val="lt2"/>
              </a:buClr>
              <a:buSzPts val="900"/>
              <a:buFont typeface="Montserrat"/>
              <a:buChar char="■"/>
              <a:defRPr i="1"/>
            </a:lvl9pPr>
          </a:lstStyle>
          <a:p/>
        </p:txBody>
      </p:sp>
      <p:sp>
        <p:nvSpPr>
          <p:cNvPr id="72" name="Google Shape;72;p16"/>
          <p:cNvSpPr txBox="1"/>
          <p:nvPr>
            <p:ph idx="3" type="body"/>
          </p:nvPr>
        </p:nvSpPr>
        <p:spPr>
          <a:xfrm>
            <a:off x="4756375" y="1876725"/>
            <a:ext cx="1881600" cy="6183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i="1"/>
            </a:lvl1pPr>
            <a:lvl2pPr indent="-285750" lvl="1" marL="914400" algn="l">
              <a:lnSpc>
                <a:spcPct val="115000"/>
              </a:lnSpc>
              <a:spcBef>
                <a:spcPts val="0"/>
              </a:spcBef>
              <a:spcAft>
                <a:spcPts val="0"/>
              </a:spcAft>
              <a:buClr>
                <a:schemeClr val="lt2"/>
              </a:buClr>
              <a:buSzPts val="900"/>
              <a:buFont typeface="Montserrat"/>
              <a:buChar char="○"/>
              <a:defRPr i="1"/>
            </a:lvl2pPr>
            <a:lvl3pPr indent="-285750" lvl="2" marL="1371600" algn="l">
              <a:lnSpc>
                <a:spcPct val="115000"/>
              </a:lnSpc>
              <a:spcBef>
                <a:spcPts val="0"/>
              </a:spcBef>
              <a:spcAft>
                <a:spcPts val="0"/>
              </a:spcAft>
              <a:buClr>
                <a:schemeClr val="lt2"/>
              </a:buClr>
              <a:buSzPts val="900"/>
              <a:buFont typeface="Montserrat"/>
              <a:buChar char="■"/>
              <a:defRPr i="1"/>
            </a:lvl3pPr>
            <a:lvl4pPr indent="-285750" lvl="3" marL="1828800" algn="l">
              <a:lnSpc>
                <a:spcPct val="115000"/>
              </a:lnSpc>
              <a:spcBef>
                <a:spcPts val="0"/>
              </a:spcBef>
              <a:spcAft>
                <a:spcPts val="0"/>
              </a:spcAft>
              <a:buClr>
                <a:schemeClr val="lt2"/>
              </a:buClr>
              <a:buSzPts val="900"/>
              <a:buFont typeface="Montserrat"/>
              <a:buChar char="●"/>
              <a:defRPr i="1"/>
            </a:lvl4pPr>
            <a:lvl5pPr indent="-285750" lvl="4" marL="2286000" algn="l">
              <a:lnSpc>
                <a:spcPct val="115000"/>
              </a:lnSpc>
              <a:spcBef>
                <a:spcPts val="0"/>
              </a:spcBef>
              <a:spcAft>
                <a:spcPts val="0"/>
              </a:spcAft>
              <a:buClr>
                <a:schemeClr val="lt2"/>
              </a:buClr>
              <a:buSzPts val="900"/>
              <a:buFont typeface="Montserrat"/>
              <a:buChar char="○"/>
              <a:defRPr i="1"/>
            </a:lvl5pPr>
            <a:lvl6pPr indent="-285750" lvl="5" marL="2743200" algn="l">
              <a:lnSpc>
                <a:spcPct val="115000"/>
              </a:lnSpc>
              <a:spcBef>
                <a:spcPts val="0"/>
              </a:spcBef>
              <a:spcAft>
                <a:spcPts val="0"/>
              </a:spcAft>
              <a:buClr>
                <a:schemeClr val="lt2"/>
              </a:buClr>
              <a:buSzPts val="900"/>
              <a:buFont typeface="Montserrat"/>
              <a:buChar char="■"/>
              <a:defRPr i="1"/>
            </a:lvl6pPr>
            <a:lvl7pPr indent="-285750" lvl="6" marL="3200400" algn="l">
              <a:lnSpc>
                <a:spcPct val="115000"/>
              </a:lnSpc>
              <a:spcBef>
                <a:spcPts val="0"/>
              </a:spcBef>
              <a:spcAft>
                <a:spcPts val="0"/>
              </a:spcAft>
              <a:buClr>
                <a:schemeClr val="lt2"/>
              </a:buClr>
              <a:buSzPts val="900"/>
              <a:buFont typeface="Montserrat"/>
              <a:buChar char="●"/>
              <a:defRPr i="1"/>
            </a:lvl7pPr>
            <a:lvl8pPr indent="-285750" lvl="7" marL="3657600" algn="l">
              <a:lnSpc>
                <a:spcPct val="115000"/>
              </a:lnSpc>
              <a:spcBef>
                <a:spcPts val="0"/>
              </a:spcBef>
              <a:spcAft>
                <a:spcPts val="0"/>
              </a:spcAft>
              <a:buClr>
                <a:schemeClr val="lt2"/>
              </a:buClr>
              <a:buSzPts val="900"/>
              <a:buFont typeface="Montserrat"/>
              <a:buChar char="○"/>
              <a:defRPr i="1"/>
            </a:lvl8pPr>
            <a:lvl9pPr indent="-285750" lvl="8" marL="4114800" algn="l">
              <a:lnSpc>
                <a:spcPct val="115000"/>
              </a:lnSpc>
              <a:spcBef>
                <a:spcPts val="0"/>
              </a:spcBef>
              <a:spcAft>
                <a:spcPts val="0"/>
              </a:spcAft>
              <a:buClr>
                <a:schemeClr val="lt2"/>
              </a:buClr>
              <a:buSzPts val="900"/>
              <a:buFont typeface="Montserrat"/>
              <a:buChar char="■"/>
              <a:defRPr i="1"/>
            </a:lvl9pPr>
          </a:lstStyle>
          <a:p/>
        </p:txBody>
      </p:sp>
      <p:sp>
        <p:nvSpPr>
          <p:cNvPr id="73" name="Google Shape;73;p16"/>
          <p:cNvSpPr txBox="1"/>
          <p:nvPr>
            <p:ph idx="4" type="subTitle"/>
          </p:nvPr>
        </p:nvSpPr>
        <p:spPr>
          <a:xfrm>
            <a:off x="255975" y="1548360"/>
            <a:ext cx="4131900" cy="254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800"/>
              <a:buNone/>
              <a:defRPr sz="14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cxnSp>
        <p:nvCxnSpPr>
          <p:cNvPr id="74" name="Google Shape;74;p16"/>
          <p:cNvCxnSpPr>
            <a:stCxn id="75" idx="2"/>
            <a:endCxn id="76" idx="6"/>
          </p:cNvCxnSpPr>
          <p:nvPr/>
        </p:nvCxnSpPr>
        <p:spPr>
          <a:xfrm>
            <a:off x="7312308" y="609469"/>
            <a:ext cx="1831500" cy="0"/>
          </a:xfrm>
          <a:prstGeom prst="straightConnector1">
            <a:avLst/>
          </a:prstGeom>
          <a:noFill/>
          <a:ln cap="flat" cmpd="sng" w="9525">
            <a:solidFill>
              <a:schemeClr val="accent1"/>
            </a:solidFill>
            <a:prstDash val="solid"/>
            <a:round/>
            <a:headEnd len="sm" w="sm" type="none"/>
            <a:tailEnd len="sm" w="sm" type="none"/>
          </a:ln>
        </p:spPr>
      </p:cxnSp>
      <p:sp>
        <p:nvSpPr>
          <p:cNvPr id="76" name="Google Shape;76;p16"/>
          <p:cNvSpPr/>
          <p:nvPr/>
        </p:nvSpPr>
        <p:spPr>
          <a:xfrm>
            <a:off x="7925052" y="0"/>
            <a:ext cx="1218900" cy="1218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77" name="Google Shape;77;p16"/>
          <p:cNvSpPr/>
          <p:nvPr/>
        </p:nvSpPr>
        <p:spPr>
          <a:xfrm>
            <a:off x="7503454" y="189104"/>
            <a:ext cx="840900" cy="840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75" name="Google Shape;75;p16"/>
          <p:cNvSpPr/>
          <p:nvPr/>
        </p:nvSpPr>
        <p:spPr>
          <a:xfrm>
            <a:off x="7312308" y="403669"/>
            <a:ext cx="411600" cy="4116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p:cSld name="BLANK_1_1_1">
    <p:spTree>
      <p:nvGrpSpPr>
        <p:cNvPr id="78" name="Shape 78"/>
        <p:cNvGrpSpPr/>
        <p:nvPr/>
      </p:nvGrpSpPr>
      <p:grpSpPr>
        <a:xfrm>
          <a:off x="0" y="0"/>
          <a:ext cx="0" cy="0"/>
          <a:chOff x="0" y="0"/>
          <a:chExt cx="0" cy="0"/>
        </a:xfrm>
      </p:grpSpPr>
      <p:sp>
        <p:nvSpPr>
          <p:cNvPr id="79" name="Google Shape;79;p17"/>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80" name="Google Shape;80;p17"/>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81" name="Google Shape;81;p17"/>
          <p:cNvSpPr txBox="1"/>
          <p:nvPr>
            <p:ph idx="2"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1_2">
    <p:spTree>
      <p:nvGrpSpPr>
        <p:cNvPr id="82" name="Shape 82"/>
        <p:cNvGrpSpPr/>
        <p:nvPr/>
      </p:nvGrpSpPr>
      <p:grpSpPr>
        <a:xfrm>
          <a:off x="0" y="0"/>
          <a:ext cx="0" cy="0"/>
          <a:chOff x="0" y="0"/>
          <a:chExt cx="0" cy="0"/>
        </a:xfrm>
      </p:grpSpPr>
      <p:sp>
        <p:nvSpPr>
          <p:cNvPr id="83" name="Google Shape;83;p18"/>
          <p:cNvSpPr/>
          <p:nvPr/>
        </p:nvSpPr>
        <p:spPr>
          <a:xfrm>
            <a:off x="4572000" y="-6600"/>
            <a:ext cx="4572000" cy="515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84" name="Google Shape;84;p18"/>
          <p:cNvSpPr txBox="1"/>
          <p:nvPr>
            <p:ph type="title"/>
          </p:nvPr>
        </p:nvSpPr>
        <p:spPr>
          <a:xfrm>
            <a:off x="256025" y="213150"/>
            <a:ext cx="4261200" cy="1005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85" name="Google Shape;85;p18"/>
          <p:cNvSpPr txBox="1"/>
          <p:nvPr>
            <p:ph idx="1" type="body"/>
          </p:nvPr>
        </p:nvSpPr>
        <p:spPr>
          <a:xfrm>
            <a:off x="256025" y="1547275"/>
            <a:ext cx="3639600" cy="2239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86" name="Google Shape;86;p18"/>
          <p:cNvSpPr txBox="1"/>
          <p:nvPr>
            <p:ph idx="2" type="title"/>
          </p:nvPr>
        </p:nvSpPr>
        <p:spPr>
          <a:xfrm>
            <a:off x="6067500" y="4448600"/>
            <a:ext cx="1581000" cy="118500"/>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SzPts val="4800"/>
              <a:buNone/>
              <a:defRPr sz="1000">
                <a:solidFill>
                  <a:schemeClr val="lt2"/>
                </a:solidFill>
                <a:latin typeface="Montserrat"/>
                <a:ea typeface="Montserrat"/>
                <a:cs typeface="Montserrat"/>
                <a:sym typeface="Montserrat"/>
              </a:defRPr>
            </a:lvl1pPr>
            <a:lvl2pPr lvl="1"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2pPr>
            <a:lvl3pPr lvl="2"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3pPr>
            <a:lvl4pPr lvl="3"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4pPr>
            <a:lvl5pPr lvl="4"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5pPr>
            <a:lvl6pPr lvl="5"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6pPr>
            <a:lvl7pPr lvl="6"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7pPr>
            <a:lvl8pPr lvl="7"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8pPr>
            <a:lvl9pPr lvl="8"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9pPr>
          </a:lstStyle>
          <a:p/>
        </p:txBody>
      </p:sp>
      <p:sp>
        <p:nvSpPr>
          <p:cNvPr id="87" name="Google Shape;87;p18"/>
          <p:cNvSpPr txBox="1"/>
          <p:nvPr>
            <p:ph idx="3" type="title"/>
          </p:nvPr>
        </p:nvSpPr>
        <p:spPr>
          <a:xfrm>
            <a:off x="6067500" y="4621154"/>
            <a:ext cx="1581000" cy="118500"/>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SzPts val="4800"/>
              <a:buNone/>
              <a:defRPr sz="800">
                <a:solidFill>
                  <a:schemeClr val="lt2"/>
                </a:solidFill>
              </a:defRPr>
            </a:lvl1pPr>
            <a:lvl2pPr lvl="1" algn="l">
              <a:lnSpc>
                <a:spcPct val="115000"/>
              </a:lnSpc>
              <a:spcBef>
                <a:spcPts val="0"/>
              </a:spcBef>
              <a:spcAft>
                <a:spcPts val="0"/>
              </a:spcAft>
              <a:buSzPts val="4800"/>
              <a:buNone/>
              <a:defRPr sz="800">
                <a:solidFill>
                  <a:schemeClr val="lt2"/>
                </a:solidFill>
              </a:defRPr>
            </a:lvl2pPr>
            <a:lvl3pPr lvl="2" algn="l">
              <a:lnSpc>
                <a:spcPct val="115000"/>
              </a:lnSpc>
              <a:spcBef>
                <a:spcPts val="0"/>
              </a:spcBef>
              <a:spcAft>
                <a:spcPts val="0"/>
              </a:spcAft>
              <a:buSzPts val="4800"/>
              <a:buNone/>
              <a:defRPr sz="800">
                <a:solidFill>
                  <a:schemeClr val="lt2"/>
                </a:solidFill>
              </a:defRPr>
            </a:lvl3pPr>
            <a:lvl4pPr lvl="3" algn="l">
              <a:lnSpc>
                <a:spcPct val="115000"/>
              </a:lnSpc>
              <a:spcBef>
                <a:spcPts val="0"/>
              </a:spcBef>
              <a:spcAft>
                <a:spcPts val="0"/>
              </a:spcAft>
              <a:buSzPts val="4800"/>
              <a:buNone/>
              <a:defRPr sz="800">
                <a:solidFill>
                  <a:schemeClr val="lt2"/>
                </a:solidFill>
              </a:defRPr>
            </a:lvl4pPr>
            <a:lvl5pPr lvl="4" algn="l">
              <a:lnSpc>
                <a:spcPct val="115000"/>
              </a:lnSpc>
              <a:spcBef>
                <a:spcPts val="0"/>
              </a:spcBef>
              <a:spcAft>
                <a:spcPts val="0"/>
              </a:spcAft>
              <a:buSzPts val="4800"/>
              <a:buNone/>
              <a:defRPr sz="800">
                <a:solidFill>
                  <a:schemeClr val="lt2"/>
                </a:solidFill>
              </a:defRPr>
            </a:lvl5pPr>
            <a:lvl6pPr lvl="5" algn="l">
              <a:lnSpc>
                <a:spcPct val="115000"/>
              </a:lnSpc>
              <a:spcBef>
                <a:spcPts val="0"/>
              </a:spcBef>
              <a:spcAft>
                <a:spcPts val="0"/>
              </a:spcAft>
              <a:buSzPts val="4800"/>
              <a:buNone/>
              <a:defRPr sz="800">
                <a:solidFill>
                  <a:schemeClr val="lt2"/>
                </a:solidFill>
              </a:defRPr>
            </a:lvl6pPr>
            <a:lvl7pPr lvl="6" algn="l">
              <a:lnSpc>
                <a:spcPct val="115000"/>
              </a:lnSpc>
              <a:spcBef>
                <a:spcPts val="0"/>
              </a:spcBef>
              <a:spcAft>
                <a:spcPts val="0"/>
              </a:spcAft>
              <a:buSzPts val="4800"/>
              <a:buNone/>
              <a:defRPr sz="800">
                <a:solidFill>
                  <a:schemeClr val="lt2"/>
                </a:solidFill>
              </a:defRPr>
            </a:lvl7pPr>
            <a:lvl8pPr lvl="7" algn="l">
              <a:lnSpc>
                <a:spcPct val="115000"/>
              </a:lnSpc>
              <a:spcBef>
                <a:spcPts val="0"/>
              </a:spcBef>
              <a:spcAft>
                <a:spcPts val="0"/>
              </a:spcAft>
              <a:buSzPts val="4800"/>
              <a:buNone/>
              <a:defRPr sz="800">
                <a:solidFill>
                  <a:schemeClr val="lt2"/>
                </a:solidFill>
              </a:defRPr>
            </a:lvl8pPr>
            <a:lvl9pPr lvl="8" algn="l">
              <a:lnSpc>
                <a:spcPct val="115000"/>
              </a:lnSpc>
              <a:spcBef>
                <a:spcPts val="0"/>
              </a:spcBef>
              <a:spcAft>
                <a:spcPts val="0"/>
              </a:spcAft>
              <a:buSzPts val="4800"/>
              <a:buNone/>
              <a:defRPr sz="800">
                <a:solidFill>
                  <a:schemeClr val="lt2"/>
                </a:solidFill>
              </a:defRPr>
            </a:lvl9pPr>
          </a:lstStyle>
          <a:p/>
        </p:txBody>
      </p:sp>
      <p:sp>
        <p:nvSpPr>
          <p:cNvPr id="88" name="Google Shape;88;p18"/>
          <p:cNvSpPr txBox="1"/>
          <p:nvPr>
            <p:ph idx="4"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89" name="Google Shape;89;p18"/>
          <p:cNvSpPr txBox="1"/>
          <p:nvPr>
            <p:ph idx="5" type="body"/>
          </p:nvPr>
        </p:nvSpPr>
        <p:spPr>
          <a:xfrm>
            <a:off x="5190600" y="1902000"/>
            <a:ext cx="3639600" cy="1644300"/>
          </a:xfrm>
          <a:prstGeom prst="rect">
            <a:avLst/>
          </a:prstGeom>
          <a:noFill/>
          <a:ln>
            <a:noFill/>
          </a:ln>
        </p:spPr>
        <p:txBody>
          <a:bodyPr anchorCtr="0" anchor="t" bIns="0" lIns="0" spcFirstLastPara="1" rIns="0" wrap="square" tIns="0">
            <a:noAutofit/>
          </a:bodyPr>
          <a:lstStyle>
            <a:lvl1pPr indent="-342900" lvl="0" marL="457200" algn="ctr">
              <a:lnSpc>
                <a:spcPct val="115000"/>
              </a:lnSpc>
              <a:spcBef>
                <a:spcPts val="0"/>
              </a:spcBef>
              <a:spcAft>
                <a:spcPts val="0"/>
              </a:spcAft>
              <a:buClr>
                <a:schemeClr val="lt2"/>
              </a:buClr>
              <a:buSzPts val="1800"/>
              <a:buFont typeface="Montserrat"/>
              <a:buChar char="●"/>
              <a:defRPr sz="1800"/>
            </a:lvl1pPr>
            <a:lvl2pPr indent="-342900" lvl="1" marL="914400" algn="ctr">
              <a:lnSpc>
                <a:spcPct val="115000"/>
              </a:lnSpc>
              <a:spcBef>
                <a:spcPts val="0"/>
              </a:spcBef>
              <a:spcAft>
                <a:spcPts val="0"/>
              </a:spcAft>
              <a:buClr>
                <a:schemeClr val="lt2"/>
              </a:buClr>
              <a:buSzPts val="1800"/>
              <a:buFont typeface="Montserrat"/>
              <a:buChar char="○"/>
              <a:defRPr sz="1800"/>
            </a:lvl2pPr>
            <a:lvl3pPr indent="-342900" lvl="2" marL="1371600" algn="ctr">
              <a:lnSpc>
                <a:spcPct val="115000"/>
              </a:lnSpc>
              <a:spcBef>
                <a:spcPts val="0"/>
              </a:spcBef>
              <a:spcAft>
                <a:spcPts val="0"/>
              </a:spcAft>
              <a:buClr>
                <a:schemeClr val="lt2"/>
              </a:buClr>
              <a:buSzPts val="1800"/>
              <a:buFont typeface="Montserrat"/>
              <a:buChar char="■"/>
              <a:defRPr sz="1800"/>
            </a:lvl3pPr>
            <a:lvl4pPr indent="-342900" lvl="3" marL="1828800" algn="ctr">
              <a:lnSpc>
                <a:spcPct val="115000"/>
              </a:lnSpc>
              <a:spcBef>
                <a:spcPts val="0"/>
              </a:spcBef>
              <a:spcAft>
                <a:spcPts val="0"/>
              </a:spcAft>
              <a:buClr>
                <a:schemeClr val="lt2"/>
              </a:buClr>
              <a:buSzPts val="1800"/>
              <a:buFont typeface="Montserrat"/>
              <a:buChar char="●"/>
              <a:defRPr sz="1800"/>
            </a:lvl4pPr>
            <a:lvl5pPr indent="-342900" lvl="4" marL="2286000" algn="ctr">
              <a:lnSpc>
                <a:spcPct val="115000"/>
              </a:lnSpc>
              <a:spcBef>
                <a:spcPts val="0"/>
              </a:spcBef>
              <a:spcAft>
                <a:spcPts val="0"/>
              </a:spcAft>
              <a:buClr>
                <a:schemeClr val="lt2"/>
              </a:buClr>
              <a:buSzPts val="1800"/>
              <a:buFont typeface="Montserrat"/>
              <a:buChar char="○"/>
              <a:defRPr sz="1800"/>
            </a:lvl5pPr>
            <a:lvl6pPr indent="-342900" lvl="5" marL="2743200" algn="ctr">
              <a:lnSpc>
                <a:spcPct val="115000"/>
              </a:lnSpc>
              <a:spcBef>
                <a:spcPts val="0"/>
              </a:spcBef>
              <a:spcAft>
                <a:spcPts val="0"/>
              </a:spcAft>
              <a:buClr>
                <a:schemeClr val="lt2"/>
              </a:buClr>
              <a:buSzPts val="1800"/>
              <a:buFont typeface="Montserrat"/>
              <a:buChar char="■"/>
              <a:defRPr sz="1800"/>
            </a:lvl6pPr>
            <a:lvl7pPr indent="-342900" lvl="6" marL="3200400" algn="ctr">
              <a:lnSpc>
                <a:spcPct val="115000"/>
              </a:lnSpc>
              <a:spcBef>
                <a:spcPts val="0"/>
              </a:spcBef>
              <a:spcAft>
                <a:spcPts val="0"/>
              </a:spcAft>
              <a:buClr>
                <a:schemeClr val="lt2"/>
              </a:buClr>
              <a:buSzPts val="1800"/>
              <a:buFont typeface="Montserrat"/>
              <a:buChar char="●"/>
              <a:defRPr sz="1800"/>
            </a:lvl7pPr>
            <a:lvl8pPr indent="-342900" lvl="7" marL="3657600" algn="ctr">
              <a:lnSpc>
                <a:spcPct val="115000"/>
              </a:lnSpc>
              <a:spcBef>
                <a:spcPts val="0"/>
              </a:spcBef>
              <a:spcAft>
                <a:spcPts val="0"/>
              </a:spcAft>
              <a:buClr>
                <a:schemeClr val="lt2"/>
              </a:buClr>
              <a:buSzPts val="1800"/>
              <a:buFont typeface="Montserrat"/>
              <a:buChar char="○"/>
              <a:defRPr sz="1800"/>
            </a:lvl8pPr>
            <a:lvl9pPr indent="-342900" lvl="8" marL="4114800" algn="ctr">
              <a:lnSpc>
                <a:spcPct val="115000"/>
              </a:lnSpc>
              <a:spcBef>
                <a:spcPts val="0"/>
              </a:spcBef>
              <a:spcAft>
                <a:spcPts val="0"/>
              </a:spcAft>
              <a:buClr>
                <a:schemeClr val="lt2"/>
              </a:buClr>
              <a:buSzPts val="1800"/>
              <a:buFont typeface="Montserrat"/>
              <a:buChar char="■"/>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BLANK_1_1_1_1_1_1_1_1_1_1_1_4">
    <p:spTree>
      <p:nvGrpSpPr>
        <p:cNvPr id="90" name="Shape 90"/>
        <p:cNvGrpSpPr/>
        <p:nvPr/>
      </p:nvGrpSpPr>
      <p:grpSpPr>
        <a:xfrm>
          <a:off x="0" y="0"/>
          <a:ext cx="0" cy="0"/>
          <a:chOff x="0" y="0"/>
          <a:chExt cx="0" cy="0"/>
        </a:xfrm>
      </p:grpSpPr>
      <p:sp>
        <p:nvSpPr>
          <p:cNvPr id="91" name="Google Shape;91;p19"/>
          <p:cNvSpPr/>
          <p:nvPr/>
        </p:nvSpPr>
        <p:spPr>
          <a:xfrm>
            <a:off x="-75" y="10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92" name="Google Shape;92;p19"/>
          <p:cNvSpPr txBox="1"/>
          <p:nvPr>
            <p:ph idx="1" type="body"/>
          </p:nvPr>
        </p:nvSpPr>
        <p:spPr>
          <a:xfrm>
            <a:off x="6821675" y="1272000"/>
            <a:ext cx="2066400" cy="2239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93" name="Google Shape;93;p19"/>
          <p:cNvSpPr txBox="1"/>
          <p:nvPr>
            <p:ph type="title"/>
          </p:nvPr>
        </p:nvSpPr>
        <p:spPr>
          <a:xfrm>
            <a:off x="4517150" y="4764350"/>
            <a:ext cx="1792800" cy="123000"/>
          </a:xfrm>
          <a:prstGeom prst="rect">
            <a:avLst/>
          </a:prstGeom>
          <a:noFill/>
          <a:ln>
            <a:noFill/>
          </a:ln>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94" name="Google Shape;94;p19"/>
          <p:cNvSpPr txBox="1"/>
          <p:nvPr>
            <p:ph idx="2"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solidFill>
                  <a:schemeClr val="accent3"/>
                </a:solidFill>
              </a:defRPr>
            </a:lvl1pPr>
            <a:lvl2pPr lvl="1" algn="l">
              <a:lnSpc>
                <a:spcPct val="115000"/>
              </a:lnSpc>
              <a:spcBef>
                <a:spcPts val="0"/>
              </a:spcBef>
              <a:spcAft>
                <a:spcPts val="0"/>
              </a:spcAft>
              <a:buSzPts val="4800"/>
              <a:buNone/>
              <a:defRPr sz="3000">
                <a:solidFill>
                  <a:schemeClr val="accent3"/>
                </a:solidFill>
              </a:defRPr>
            </a:lvl2pPr>
            <a:lvl3pPr lvl="2" algn="l">
              <a:lnSpc>
                <a:spcPct val="115000"/>
              </a:lnSpc>
              <a:spcBef>
                <a:spcPts val="0"/>
              </a:spcBef>
              <a:spcAft>
                <a:spcPts val="0"/>
              </a:spcAft>
              <a:buSzPts val="4800"/>
              <a:buNone/>
              <a:defRPr sz="3000">
                <a:solidFill>
                  <a:schemeClr val="accent3"/>
                </a:solidFill>
              </a:defRPr>
            </a:lvl3pPr>
            <a:lvl4pPr lvl="3" algn="l">
              <a:lnSpc>
                <a:spcPct val="115000"/>
              </a:lnSpc>
              <a:spcBef>
                <a:spcPts val="0"/>
              </a:spcBef>
              <a:spcAft>
                <a:spcPts val="0"/>
              </a:spcAft>
              <a:buSzPts val="4800"/>
              <a:buNone/>
              <a:defRPr sz="3000">
                <a:solidFill>
                  <a:schemeClr val="accent3"/>
                </a:solidFill>
              </a:defRPr>
            </a:lvl4pPr>
            <a:lvl5pPr lvl="4" algn="l">
              <a:lnSpc>
                <a:spcPct val="115000"/>
              </a:lnSpc>
              <a:spcBef>
                <a:spcPts val="0"/>
              </a:spcBef>
              <a:spcAft>
                <a:spcPts val="0"/>
              </a:spcAft>
              <a:buSzPts val="4800"/>
              <a:buNone/>
              <a:defRPr sz="3000">
                <a:solidFill>
                  <a:schemeClr val="accent3"/>
                </a:solidFill>
              </a:defRPr>
            </a:lvl5pPr>
            <a:lvl6pPr lvl="5" algn="l">
              <a:lnSpc>
                <a:spcPct val="115000"/>
              </a:lnSpc>
              <a:spcBef>
                <a:spcPts val="0"/>
              </a:spcBef>
              <a:spcAft>
                <a:spcPts val="0"/>
              </a:spcAft>
              <a:buSzPts val="4800"/>
              <a:buNone/>
              <a:defRPr sz="3000">
                <a:solidFill>
                  <a:schemeClr val="accent3"/>
                </a:solidFill>
              </a:defRPr>
            </a:lvl6pPr>
            <a:lvl7pPr lvl="6" algn="l">
              <a:lnSpc>
                <a:spcPct val="115000"/>
              </a:lnSpc>
              <a:spcBef>
                <a:spcPts val="0"/>
              </a:spcBef>
              <a:spcAft>
                <a:spcPts val="0"/>
              </a:spcAft>
              <a:buSzPts val="4800"/>
              <a:buNone/>
              <a:defRPr sz="3000">
                <a:solidFill>
                  <a:schemeClr val="accent3"/>
                </a:solidFill>
              </a:defRPr>
            </a:lvl7pPr>
            <a:lvl8pPr lvl="7" algn="l">
              <a:lnSpc>
                <a:spcPct val="115000"/>
              </a:lnSpc>
              <a:spcBef>
                <a:spcPts val="0"/>
              </a:spcBef>
              <a:spcAft>
                <a:spcPts val="0"/>
              </a:spcAft>
              <a:buSzPts val="4800"/>
              <a:buNone/>
              <a:defRPr sz="3000">
                <a:solidFill>
                  <a:schemeClr val="accent3"/>
                </a:solidFill>
              </a:defRPr>
            </a:lvl8pPr>
            <a:lvl9pPr lvl="8" algn="l">
              <a:lnSpc>
                <a:spcPct val="115000"/>
              </a:lnSpc>
              <a:spcBef>
                <a:spcPts val="0"/>
              </a:spcBef>
              <a:spcAft>
                <a:spcPts val="0"/>
              </a:spcAft>
              <a:buSzPts val="4800"/>
              <a:buNone/>
              <a:defRPr sz="3000">
                <a:solidFill>
                  <a:schemeClr val="accent3"/>
                </a:solidFill>
              </a:defRPr>
            </a:lvl9pPr>
          </a:lstStyle>
          <a:p/>
        </p:txBody>
      </p:sp>
      <p:sp>
        <p:nvSpPr>
          <p:cNvPr id="95" name="Google Shape;95;p19"/>
          <p:cNvSpPr txBox="1"/>
          <p:nvPr>
            <p:ph idx="3"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2">
  <p:cSld name="BLANK_1_1_1_1_1_1_1_1_1_1_1_4_2">
    <p:spTree>
      <p:nvGrpSpPr>
        <p:cNvPr id="96" name="Shape 96"/>
        <p:cNvGrpSpPr/>
        <p:nvPr/>
      </p:nvGrpSpPr>
      <p:grpSpPr>
        <a:xfrm>
          <a:off x="0" y="0"/>
          <a:ext cx="0" cy="0"/>
          <a:chOff x="0" y="0"/>
          <a:chExt cx="0" cy="0"/>
        </a:xfrm>
      </p:grpSpPr>
      <p:sp>
        <p:nvSpPr>
          <p:cNvPr id="97" name="Google Shape;97;p20"/>
          <p:cNvSpPr/>
          <p:nvPr/>
        </p:nvSpPr>
        <p:spPr>
          <a:xfrm flipH="1">
            <a:off x="-25" y="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98" name="Google Shape;98;p20"/>
          <p:cNvSpPr txBox="1"/>
          <p:nvPr>
            <p:ph type="title"/>
          </p:nvPr>
        </p:nvSpPr>
        <p:spPr>
          <a:xfrm>
            <a:off x="256025" y="213150"/>
            <a:ext cx="60540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solidFill>
                  <a:schemeClr val="accent3"/>
                </a:solidFill>
              </a:defRPr>
            </a:lvl1pPr>
            <a:lvl2pPr lvl="1" algn="l">
              <a:lnSpc>
                <a:spcPct val="115000"/>
              </a:lnSpc>
              <a:spcBef>
                <a:spcPts val="0"/>
              </a:spcBef>
              <a:spcAft>
                <a:spcPts val="0"/>
              </a:spcAft>
              <a:buSzPts val="4800"/>
              <a:buNone/>
              <a:defRPr sz="3000">
                <a:solidFill>
                  <a:schemeClr val="accent3"/>
                </a:solidFill>
              </a:defRPr>
            </a:lvl2pPr>
            <a:lvl3pPr lvl="2" algn="l">
              <a:lnSpc>
                <a:spcPct val="115000"/>
              </a:lnSpc>
              <a:spcBef>
                <a:spcPts val="0"/>
              </a:spcBef>
              <a:spcAft>
                <a:spcPts val="0"/>
              </a:spcAft>
              <a:buSzPts val="4800"/>
              <a:buNone/>
              <a:defRPr sz="3000">
                <a:solidFill>
                  <a:schemeClr val="accent3"/>
                </a:solidFill>
              </a:defRPr>
            </a:lvl3pPr>
            <a:lvl4pPr lvl="3" algn="l">
              <a:lnSpc>
                <a:spcPct val="115000"/>
              </a:lnSpc>
              <a:spcBef>
                <a:spcPts val="0"/>
              </a:spcBef>
              <a:spcAft>
                <a:spcPts val="0"/>
              </a:spcAft>
              <a:buSzPts val="4800"/>
              <a:buNone/>
              <a:defRPr sz="3000">
                <a:solidFill>
                  <a:schemeClr val="accent3"/>
                </a:solidFill>
              </a:defRPr>
            </a:lvl4pPr>
            <a:lvl5pPr lvl="4" algn="l">
              <a:lnSpc>
                <a:spcPct val="115000"/>
              </a:lnSpc>
              <a:spcBef>
                <a:spcPts val="0"/>
              </a:spcBef>
              <a:spcAft>
                <a:spcPts val="0"/>
              </a:spcAft>
              <a:buSzPts val="4800"/>
              <a:buNone/>
              <a:defRPr sz="3000">
                <a:solidFill>
                  <a:schemeClr val="accent3"/>
                </a:solidFill>
              </a:defRPr>
            </a:lvl5pPr>
            <a:lvl6pPr lvl="5" algn="l">
              <a:lnSpc>
                <a:spcPct val="115000"/>
              </a:lnSpc>
              <a:spcBef>
                <a:spcPts val="0"/>
              </a:spcBef>
              <a:spcAft>
                <a:spcPts val="0"/>
              </a:spcAft>
              <a:buSzPts val="4800"/>
              <a:buNone/>
              <a:defRPr sz="3000">
                <a:solidFill>
                  <a:schemeClr val="accent3"/>
                </a:solidFill>
              </a:defRPr>
            </a:lvl6pPr>
            <a:lvl7pPr lvl="6" algn="l">
              <a:lnSpc>
                <a:spcPct val="115000"/>
              </a:lnSpc>
              <a:spcBef>
                <a:spcPts val="0"/>
              </a:spcBef>
              <a:spcAft>
                <a:spcPts val="0"/>
              </a:spcAft>
              <a:buSzPts val="4800"/>
              <a:buNone/>
              <a:defRPr sz="3000">
                <a:solidFill>
                  <a:schemeClr val="accent3"/>
                </a:solidFill>
              </a:defRPr>
            </a:lvl7pPr>
            <a:lvl8pPr lvl="7" algn="l">
              <a:lnSpc>
                <a:spcPct val="115000"/>
              </a:lnSpc>
              <a:spcBef>
                <a:spcPts val="0"/>
              </a:spcBef>
              <a:spcAft>
                <a:spcPts val="0"/>
              </a:spcAft>
              <a:buSzPts val="4800"/>
              <a:buNone/>
              <a:defRPr sz="3000">
                <a:solidFill>
                  <a:schemeClr val="accent3"/>
                </a:solidFill>
              </a:defRPr>
            </a:lvl8pPr>
            <a:lvl9pPr lvl="8" algn="l">
              <a:lnSpc>
                <a:spcPct val="115000"/>
              </a:lnSpc>
              <a:spcBef>
                <a:spcPts val="0"/>
              </a:spcBef>
              <a:spcAft>
                <a:spcPts val="0"/>
              </a:spcAft>
              <a:buSzPts val="4800"/>
              <a:buNone/>
              <a:defRPr sz="3000">
                <a:solidFill>
                  <a:schemeClr val="accent3"/>
                </a:solidFill>
              </a:defRPr>
            </a:lvl9pPr>
          </a:lstStyle>
          <a:p/>
        </p:txBody>
      </p:sp>
      <p:sp>
        <p:nvSpPr>
          <p:cNvPr id="99" name="Google Shape;99;p20"/>
          <p:cNvSpPr txBox="1"/>
          <p:nvPr>
            <p:ph idx="1" type="body"/>
          </p:nvPr>
        </p:nvSpPr>
        <p:spPr>
          <a:xfrm>
            <a:off x="6821675" y="1272000"/>
            <a:ext cx="2066400" cy="2239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00" name="Google Shape;100;p20"/>
          <p:cNvSpPr txBox="1"/>
          <p:nvPr>
            <p:ph idx="2" type="title"/>
          </p:nvPr>
        </p:nvSpPr>
        <p:spPr>
          <a:xfrm>
            <a:off x="4517150" y="4764350"/>
            <a:ext cx="1792800" cy="123000"/>
          </a:xfrm>
          <a:prstGeom prst="rect">
            <a:avLst/>
          </a:prstGeom>
          <a:noFill/>
          <a:ln>
            <a:noFill/>
          </a:ln>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101" name="Google Shape;101;p20"/>
          <p:cNvSpPr txBox="1"/>
          <p:nvPr>
            <p:ph idx="3"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1_1_1_1_1_1_1_1_1_1_3_1">
    <p:spTree>
      <p:nvGrpSpPr>
        <p:cNvPr id="102" name="Shape 102"/>
        <p:cNvGrpSpPr/>
        <p:nvPr/>
      </p:nvGrpSpPr>
      <p:grpSpPr>
        <a:xfrm>
          <a:off x="0" y="0"/>
          <a:ext cx="0" cy="0"/>
          <a:chOff x="0" y="0"/>
          <a:chExt cx="0" cy="0"/>
        </a:xfrm>
      </p:grpSpPr>
      <p:sp>
        <p:nvSpPr>
          <p:cNvPr id="103" name="Google Shape;103;p21"/>
          <p:cNvSpPr txBox="1"/>
          <p:nvPr>
            <p:ph idx="1" type="body"/>
          </p:nvPr>
        </p:nvSpPr>
        <p:spPr>
          <a:xfrm>
            <a:off x="255975" y="2020075"/>
            <a:ext cx="1881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04" name="Google Shape;104;p21"/>
          <p:cNvSpPr txBox="1"/>
          <p:nvPr>
            <p:ph idx="2" type="subTitle"/>
          </p:nvPr>
        </p:nvSpPr>
        <p:spPr>
          <a:xfrm>
            <a:off x="255975" y="1718725"/>
            <a:ext cx="1881600" cy="254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
        <p:nvSpPr>
          <p:cNvPr id="105" name="Google Shape;105;p21"/>
          <p:cNvSpPr/>
          <p:nvPr/>
        </p:nvSpPr>
        <p:spPr>
          <a:xfrm flipH="1" rot="10800000">
            <a:off x="6692400"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06" name="Google Shape;106;p21"/>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07" name="Google Shape;107;p21"/>
          <p:cNvSpPr txBox="1"/>
          <p:nvPr>
            <p:ph idx="3"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108" name="Google Shape;108;p21"/>
          <p:cNvSpPr txBox="1"/>
          <p:nvPr>
            <p:ph idx="4" type="body"/>
          </p:nvPr>
        </p:nvSpPr>
        <p:spPr>
          <a:xfrm>
            <a:off x="2558625" y="2020075"/>
            <a:ext cx="1881600" cy="6183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09" name="Google Shape;109;p21"/>
          <p:cNvSpPr txBox="1"/>
          <p:nvPr>
            <p:ph idx="5" type="subTitle"/>
          </p:nvPr>
        </p:nvSpPr>
        <p:spPr>
          <a:xfrm>
            <a:off x="2558625" y="1718725"/>
            <a:ext cx="1881600" cy="254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
        <p:nvSpPr>
          <p:cNvPr id="110" name="Google Shape;110;p21"/>
          <p:cNvSpPr txBox="1"/>
          <p:nvPr>
            <p:ph idx="6" type="body"/>
          </p:nvPr>
        </p:nvSpPr>
        <p:spPr>
          <a:xfrm>
            <a:off x="4808775" y="2020075"/>
            <a:ext cx="1881600" cy="6183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11" name="Google Shape;111;p21"/>
          <p:cNvSpPr txBox="1"/>
          <p:nvPr>
            <p:ph idx="7" type="subTitle"/>
          </p:nvPr>
        </p:nvSpPr>
        <p:spPr>
          <a:xfrm>
            <a:off x="4808775" y="1718725"/>
            <a:ext cx="1881600" cy="254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
        <p:nvSpPr>
          <p:cNvPr id="112" name="Google Shape;112;p21"/>
          <p:cNvSpPr txBox="1"/>
          <p:nvPr>
            <p:ph idx="8" type="body"/>
          </p:nvPr>
        </p:nvSpPr>
        <p:spPr>
          <a:xfrm>
            <a:off x="6821675" y="2023213"/>
            <a:ext cx="1881600" cy="6183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13" name="Google Shape;113;p21"/>
          <p:cNvSpPr txBox="1"/>
          <p:nvPr>
            <p:ph idx="9" type="subTitle"/>
          </p:nvPr>
        </p:nvSpPr>
        <p:spPr>
          <a:xfrm>
            <a:off x="7058925" y="1718725"/>
            <a:ext cx="1881600" cy="254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
        <p:nvSpPr>
          <p:cNvPr id="114" name="Google Shape;114;p21"/>
          <p:cNvSpPr txBox="1"/>
          <p:nvPr>
            <p:ph idx="13" type="subTitle"/>
          </p:nvPr>
        </p:nvSpPr>
        <p:spPr>
          <a:xfrm>
            <a:off x="255975" y="1132938"/>
            <a:ext cx="1881600" cy="1455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i="1" sz="1000">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
        <p:nvSpPr>
          <p:cNvPr id="115" name="Google Shape;115;p21"/>
          <p:cNvSpPr txBox="1"/>
          <p:nvPr>
            <p:ph idx="14" type="subTitle"/>
          </p:nvPr>
        </p:nvSpPr>
        <p:spPr>
          <a:xfrm>
            <a:off x="2558625" y="1132938"/>
            <a:ext cx="1881600" cy="1455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i="1" sz="1000">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
        <p:nvSpPr>
          <p:cNvPr id="116" name="Google Shape;116;p21"/>
          <p:cNvSpPr txBox="1"/>
          <p:nvPr>
            <p:ph idx="15" type="subTitle"/>
          </p:nvPr>
        </p:nvSpPr>
        <p:spPr>
          <a:xfrm>
            <a:off x="4808775" y="1132938"/>
            <a:ext cx="1881600" cy="1455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i="1" sz="1000">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
        <p:nvSpPr>
          <p:cNvPr id="117" name="Google Shape;117;p21"/>
          <p:cNvSpPr txBox="1"/>
          <p:nvPr>
            <p:ph idx="16" type="subTitle"/>
          </p:nvPr>
        </p:nvSpPr>
        <p:spPr>
          <a:xfrm>
            <a:off x="7058925" y="1132938"/>
            <a:ext cx="1881600" cy="1455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800"/>
              <a:buNone/>
              <a:defRPr i="1" sz="1000">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content display">
  <p:cSld name="BLANK_1_1_1_1_1_1_1_1_1_1_1_2_1_4">
    <p:bg>
      <p:bgPr>
        <a:solidFill>
          <a:schemeClr val="lt1"/>
        </a:solidFill>
      </p:bgPr>
    </p:bg>
    <p:spTree>
      <p:nvGrpSpPr>
        <p:cNvPr id="118" name="Shape 118"/>
        <p:cNvGrpSpPr/>
        <p:nvPr/>
      </p:nvGrpSpPr>
      <p:grpSpPr>
        <a:xfrm>
          <a:off x="0" y="0"/>
          <a:ext cx="0" cy="0"/>
          <a:chOff x="0" y="0"/>
          <a:chExt cx="0" cy="0"/>
        </a:xfrm>
      </p:grpSpPr>
      <p:sp>
        <p:nvSpPr>
          <p:cNvPr id="119" name="Google Shape;119;p22"/>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2"/>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21" name="Google Shape;121;p22"/>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22" name="Google Shape;122;p22"/>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23" name="Google Shape;123;p22"/>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24" name="Google Shape;124;p22"/>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25" name="Google Shape;125;p22"/>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cxnSp>
        <p:nvCxnSpPr>
          <p:cNvPr id="126" name="Google Shape;126;p22"/>
          <p:cNvCxnSpPr>
            <a:stCxn id="125" idx="7"/>
            <a:endCxn id="122" idx="7"/>
          </p:cNvCxnSpPr>
          <p:nvPr/>
        </p:nvCxnSpPr>
        <p:spPr>
          <a:xfrm rot="10800000">
            <a:off x="8206169" y="96334"/>
            <a:ext cx="550500" cy="668700"/>
          </a:xfrm>
          <a:prstGeom prst="straightConnector1">
            <a:avLst/>
          </a:prstGeom>
          <a:noFill/>
          <a:ln cap="flat" cmpd="sng" w="9525">
            <a:solidFill>
              <a:schemeClr val="dk1"/>
            </a:solidFill>
            <a:prstDash val="solid"/>
            <a:round/>
            <a:headEnd len="sm" w="sm" type="none"/>
            <a:tailEnd len="sm" w="sm" type="none"/>
          </a:ln>
        </p:spPr>
      </p:cxnSp>
      <p:cxnSp>
        <p:nvCxnSpPr>
          <p:cNvPr id="127" name="Google Shape;127;p22"/>
          <p:cNvCxnSpPr>
            <a:stCxn id="125" idx="4"/>
          </p:cNvCxnSpPr>
          <p:nvPr/>
        </p:nvCxnSpPr>
        <p:spPr>
          <a:xfrm flipH="1">
            <a:off x="7517364" y="845439"/>
            <a:ext cx="1206000" cy="369600"/>
          </a:xfrm>
          <a:prstGeom prst="straightConnector1">
            <a:avLst/>
          </a:prstGeom>
          <a:noFill/>
          <a:ln cap="flat" cmpd="sng" w="9525">
            <a:solidFill>
              <a:schemeClr val="dk1"/>
            </a:solidFill>
            <a:prstDash val="solid"/>
            <a:round/>
            <a:headEnd len="sm" w="sm" type="none"/>
            <a:tailEnd len="sm" w="sm" type="none"/>
          </a:ln>
        </p:spPr>
      </p:cxnSp>
      <p:cxnSp>
        <p:nvCxnSpPr>
          <p:cNvPr id="128" name="Google Shape;128;p22"/>
          <p:cNvCxnSpPr/>
          <p:nvPr/>
        </p:nvCxnSpPr>
        <p:spPr>
          <a:xfrm flipH="1" rot="10800000">
            <a:off x="7323426" y="233734"/>
            <a:ext cx="335400" cy="759900"/>
          </a:xfrm>
          <a:prstGeom prst="straightConnector1">
            <a:avLst/>
          </a:prstGeom>
          <a:noFill/>
          <a:ln cap="flat" cmpd="sng" w="9525">
            <a:solidFill>
              <a:schemeClr val="dk1"/>
            </a:solidFill>
            <a:prstDash val="solid"/>
            <a:round/>
            <a:headEnd len="sm" w="sm" type="none"/>
            <a:tailEnd len="sm" w="sm" type="none"/>
          </a:ln>
        </p:spPr>
      </p:cxnSp>
      <p:sp>
        <p:nvSpPr>
          <p:cNvPr id="129" name="Google Shape;129;p22"/>
          <p:cNvSpPr txBox="1"/>
          <p:nvPr>
            <p:ph idx="1"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30" name="Google Shape;130;p22"/>
          <p:cNvSpPr txBox="1"/>
          <p:nvPr>
            <p:ph idx="2" type="body"/>
          </p:nvPr>
        </p:nvSpPr>
        <p:spPr>
          <a:xfrm>
            <a:off x="1994150" y="3231050"/>
            <a:ext cx="2458500" cy="16581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31" name="Google Shape;131;p22"/>
          <p:cNvSpPr/>
          <p:nvPr>
            <p:ph idx="3" type="pic"/>
          </p:nvPr>
        </p:nvSpPr>
        <p:spPr>
          <a:xfrm>
            <a:off x="255950" y="2983150"/>
            <a:ext cx="1588200" cy="1904400"/>
          </a:xfrm>
          <a:prstGeom prst="rect">
            <a:avLst/>
          </a:prstGeom>
          <a:noFill/>
          <a:ln>
            <a:noFill/>
          </a:ln>
        </p:spPr>
      </p:sp>
      <p:sp>
        <p:nvSpPr>
          <p:cNvPr id="132" name="Google Shape;132;p22"/>
          <p:cNvSpPr txBox="1"/>
          <p:nvPr>
            <p:ph idx="4" type="subTitle"/>
          </p:nvPr>
        </p:nvSpPr>
        <p:spPr>
          <a:xfrm>
            <a:off x="1994150" y="2994050"/>
            <a:ext cx="2458500" cy="16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33" name="Google Shape;133;p22"/>
          <p:cNvSpPr txBox="1"/>
          <p:nvPr>
            <p:ph idx="5" type="body"/>
          </p:nvPr>
        </p:nvSpPr>
        <p:spPr>
          <a:xfrm>
            <a:off x="6429400" y="3231850"/>
            <a:ext cx="2458500" cy="16581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34" name="Google Shape;134;p22"/>
          <p:cNvSpPr/>
          <p:nvPr>
            <p:ph idx="6" type="pic"/>
          </p:nvPr>
        </p:nvSpPr>
        <p:spPr>
          <a:xfrm>
            <a:off x="4691200" y="2983950"/>
            <a:ext cx="1588200" cy="1904400"/>
          </a:xfrm>
          <a:prstGeom prst="rect">
            <a:avLst/>
          </a:prstGeom>
          <a:noFill/>
          <a:ln>
            <a:noFill/>
          </a:ln>
        </p:spPr>
      </p:sp>
      <p:sp>
        <p:nvSpPr>
          <p:cNvPr id="135" name="Google Shape;135;p22"/>
          <p:cNvSpPr txBox="1"/>
          <p:nvPr>
            <p:ph idx="7" type="subTitle"/>
          </p:nvPr>
        </p:nvSpPr>
        <p:spPr>
          <a:xfrm>
            <a:off x="6429400" y="2994850"/>
            <a:ext cx="2458500" cy="16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36" name="Google Shape;136;p22"/>
          <p:cNvSpPr txBox="1"/>
          <p:nvPr>
            <p:ph idx="8" type="body"/>
          </p:nvPr>
        </p:nvSpPr>
        <p:spPr>
          <a:xfrm>
            <a:off x="488242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2_1_3">
    <p:bg>
      <p:bgPr>
        <a:solidFill>
          <a:schemeClr val="dk2"/>
        </a:solidFill>
      </p:bgPr>
    </p:bg>
    <p:spTree>
      <p:nvGrpSpPr>
        <p:cNvPr id="137" name="Shape 137"/>
        <p:cNvGrpSpPr/>
        <p:nvPr/>
      </p:nvGrpSpPr>
      <p:grpSpPr>
        <a:xfrm>
          <a:off x="0" y="0"/>
          <a:ext cx="0" cy="0"/>
          <a:chOff x="0" y="0"/>
          <a:chExt cx="0" cy="0"/>
        </a:xfrm>
      </p:grpSpPr>
      <p:sp>
        <p:nvSpPr>
          <p:cNvPr id="138" name="Google Shape;138;p23"/>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39" name="Google Shape;139;p23"/>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40" name="Google Shape;140;p23"/>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41" name="Google Shape;141;p23"/>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42" name="Google Shape;142;p23"/>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43" name="Google Shape;143;p23"/>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44" name="Google Shape;144;p23"/>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45" name="Google Shape;145;p23"/>
          <p:cNvSpPr txBox="1"/>
          <p:nvPr>
            <p:ph idx="1"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46" name="Google Shape;146;p23"/>
          <p:cNvSpPr txBox="1"/>
          <p:nvPr>
            <p:ph idx="2" type="body"/>
          </p:nvPr>
        </p:nvSpPr>
        <p:spPr>
          <a:xfrm>
            <a:off x="488242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p:cSld name="BLANK_1_1_1_1_1_1_1_1_1_1_1_2_1_3_1">
    <p:bg>
      <p:bgPr>
        <a:solidFill>
          <a:schemeClr val="dk2"/>
        </a:solidFill>
      </p:bgPr>
    </p:bg>
    <p:spTree>
      <p:nvGrpSpPr>
        <p:cNvPr id="147" name="Shape 147"/>
        <p:cNvGrpSpPr/>
        <p:nvPr/>
      </p:nvGrpSpPr>
      <p:grpSpPr>
        <a:xfrm>
          <a:off x="0" y="0"/>
          <a:ext cx="0" cy="0"/>
          <a:chOff x="0" y="0"/>
          <a:chExt cx="0" cy="0"/>
        </a:xfrm>
      </p:grpSpPr>
      <p:sp>
        <p:nvSpPr>
          <p:cNvPr id="148" name="Google Shape;148;p24"/>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49" name="Google Shape;149;p24"/>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50" name="Google Shape;150;p24"/>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51" name="Google Shape;151;p24"/>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52" name="Google Shape;152;p24"/>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53" name="Google Shape;153;p24"/>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54" name="Google Shape;154;p24"/>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55" name="Google Shape;155;p24"/>
          <p:cNvSpPr txBox="1"/>
          <p:nvPr>
            <p:ph idx="1"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56" name="Google Shape;156;p24"/>
          <p:cNvSpPr txBox="1"/>
          <p:nvPr>
            <p:ph idx="2" type="body"/>
          </p:nvPr>
        </p:nvSpPr>
        <p:spPr>
          <a:xfrm>
            <a:off x="444125" y="4243800"/>
            <a:ext cx="2402100" cy="457200"/>
          </a:xfrm>
          <a:prstGeom prst="rect">
            <a:avLst/>
          </a:prstGeom>
          <a:noFill/>
          <a:ln>
            <a:noFill/>
          </a:ln>
        </p:spPr>
        <p:txBody>
          <a:bodyPr anchorCtr="0" anchor="b"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57" name="Google Shape;157;p24"/>
          <p:cNvSpPr txBox="1"/>
          <p:nvPr>
            <p:ph idx="3" type="body"/>
          </p:nvPr>
        </p:nvSpPr>
        <p:spPr>
          <a:xfrm>
            <a:off x="3370950" y="4243800"/>
            <a:ext cx="2402100" cy="457200"/>
          </a:xfrm>
          <a:prstGeom prst="rect">
            <a:avLst/>
          </a:prstGeom>
          <a:noFill/>
          <a:ln>
            <a:noFill/>
          </a:ln>
        </p:spPr>
        <p:txBody>
          <a:bodyPr anchorCtr="0" anchor="b"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58" name="Google Shape;158;p24"/>
          <p:cNvSpPr txBox="1"/>
          <p:nvPr>
            <p:ph idx="4" type="body"/>
          </p:nvPr>
        </p:nvSpPr>
        <p:spPr>
          <a:xfrm>
            <a:off x="6297725" y="4243800"/>
            <a:ext cx="2402100" cy="457200"/>
          </a:xfrm>
          <a:prstGeom prst="rect">
            <a:avLst/>
          </a:prstGeom>
          <a:noFill/>
          <a:ln>
            <a:noFill/>
          </a:ln>
        </p:spPr>
        <p:txBody>
          <a:bodyPr anchorCtr="0" anchor="b"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59" name="Google Shape;159;p24"/>
          <p:cNvSpPr txBox="1"/>
          <p:nvPr>
            <p:ph idx="5" type="title"/>
          </p:nvPr>
        </p:nvSpPr>
        <p:spPr>
          <a:xfrm>
            <a:off x="444125" y="3094675"/>
            <a:ext cx="2402100" cy="369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800"/>
              <a:buNone/>
              <a:defRPr sz="24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60" name="Google Shape;160;p24"/>
          <p:cNvSpPr txBox="1"/>
          <p:nvPr>
            <p:ph idx="6" type="title"/>
          </p:nvPr>
        </p:nvSpPr>
        <p:spPr>
          <a:xfrm>
            <a:off x="3370950" y="3094675"/>
            <a:ext cx="2402100" cy="369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800"/>
              <a:buNone/>
              <a:defRPr sz="24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61" name="Google Shape;161;p24"/>
          <p:cNvSpPr txBox="1"/>
          <p:nvPr>
            <p:ph idx="7" type="title"/>
          </p:nvPr>
        </p:nvSpPr>
        <p:spPr>
          <a:xfrm>
            <a:off x="6297775" y="3094675"/>
            <a:ext cx="2402100" cy="369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800"/>
              <a:buNone/>
              <a:defRPr sz="24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7">
  <p:cSld name="BLANK_1_1_1_1_1_1_1_1_1_1_1_2_1_2_2_1">
    <p:bg>
      <p:bgPr>
        <a:solidFill>
          <a:schemeClr val="dk2"/>
        </a:solidFill>
      </p:bgPr>
    </p:bg>
    <p:spTree>
      <p:nvGrpSpPr>
        <p:cNvPr id="162" name="Shape 162"/>
        <p:cNvGrpSpPr/>
        <p:nvPr/>
      </p:nvGrpSpPr>
      <p:grpSpPr>
        <a:xfrm>
          <a:off x="0" y="0"/>
          <a:ext cx="0" cy="0"/>
          <a:chOff x="0" y="0"/>
          <a:chExt cx="0" cy="0"/>
        </a:xfrm>
      </p:grpSpPr>
      <p:sp>
        <p:nvSpPr>
          <p:cNvPr id="163" name="Google Shape;163;p25"/>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64" name="Google Shape;164;p25"/>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65" name="Google Shape;165;p25"/>
          <p:cNvSpPr txBox="1"/>
          <p:nvPr>
            <p:ph idx="1"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66" name="Google Shape;166;p25"/>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67" name="Google Shape;167;p25"/>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68" name="Google Shape;168;p25"/>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69" name="Google Shape;169;p25"/>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170" name="Google Shape;170;p25"/>
          <p:cNvSpPr txBox="1"/>
          <p:nvPr>
            <p:ph idx="2" type="title"/>
          </p:nvPr>
        </p:nvSpPr>
        <p:spPr>
          <a:xfrm>
            <a:off x="3622350" y="3410283"/>
            <a:ext cx="1899300" cy="714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p:txBody>
      </p:sp>
      <p:sp>
        <p:nvSpPr>
          <p:cNvPr id="171" name="Google Shape;171;p25"/>
          <p:cNvSpPr txBox="1"/>
          <p:nvPr>
            <p:ph idx="3" type="subTitle"/>
          </p:nvPr>
        </p:nvSpPr>
        <p:spPr>
          <a:xfrm>
            <a:off x="3729900" y="4217102"/>
            <a:ext cx="16842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172" name="Google Shape;172;p25"/>
          <p:cNvSpPr txBox="1"/>
          <p:nvPr>
            <p:ph idx="4" type="title"/>
          </p:nvPr>
        </p:nvSpPr>
        <p:spPr>
          <a:xfrm>
            <a:off x="574363" y="3410283"/>
            <a:ext cx="1899300" cy="714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p:txBody>
      </p:sp>
      <p:sp>
        <p:nvSpPr>
          <p:cNvPr id="173" name="Google Shape;173;p25"/>
          <p:cNvSpPr txBox="1"/>
          <p:nvPr>
            <p:ph idx="5" type="subTitle"/>
          </p:nvPr>
        </p:nvSpPr>
        <p:spPr>
          <a:xfrm>
            <a:off x="681913" y="4217102"/>
            <a:ext cx="16842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
        <p:nvSpPr>
          <p:cNvPr id="174" name="Google Shape;174;p25"/>
          <p:cNvSpPr txBox="1"/>
          <p:nvPr>
            <p:ph idx="6" type="title"/>
          </p:nvPr>
        </p:nvSpPr>
        <p:spPr>
          <a:xfrm>
            <a:off x="6670325" y="3410283"/>
            <a:ext cx="1899300" cy="714900"/>
          </a:xfrm>
          <a:prstGeom prst="rect">
            <a:avLst/>
          </a:prstGeom>
          <a:noFill/>
          <a:ln>
            <a:noFill/>
          </a:ln>
        </p:spPr>
        <p:txBody>
          <a:bodyPr anchorCtr="0" anchor="t" bIns="91425" lIns="91425" spcFirstLastPara="1" rIns="91425" wrap="square" tIns="91425">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p:txBody>
      </p:sp>
      <p:sp>
        <p:nvSpPr>
          <p:cNvPr id="175" name="Google Shape;175;p25"/>
          <p:cNvSpPr txBox="1"/>
          <p:nvPr>
            <p:ph idx="7" type="subTitle"/>
          </p:nvPr>
        </p:nvSpPr>
        <p:spPr>
          <a:xfrm>
            <a:off x="6777875" y="4217102"/>
            <a:ext cx="16842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8">
  <p:cSld name="BLANK_1_1_1_1_1_1_1_1_1_1_1_2_1_5">
    <p:bg>
      <p:bgPr>
        <a:solidFill>
          <a:schemeClr val="lt1"/>
        </a:solidFill>
      </p:bgPr>
    </p:bg>
    <p:spTree>
      <p:nvGrpSpPr>
        <p:cNvPr id="176" name="Shape 176"/>
        <p:cNvGrpSpPr/>
        <p:nvPr/>
      </p:nvGrpSpPr>
      <p:grpSpPr>
        <a:xfrm>
          <a:off x="0" y="0"/>
          <a:ext cx="0" cy="0"/>
          <a:chOff x="0" y="0"/>
          <a:chExt cx="0" cy="0"/>
        </a:xfrm>
      </p:grpSpPr>
      <p:sp>
        <p:nvSpPr>
          <p:cNvPr id="177" name="Google Shape;177;p26"/>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6"/>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79" name="Google Shape;179;p26"/>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180" name="Google Shape;180;p26"/>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81" name="Google Shape;181;p26"/>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82" name="Google Shape;182;p26"/>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83" name="Google Shape;183;p26"/>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cxnSp>
        <p:nvCxnSpPr>
          <p:cNvPr id="184" name="Google Shape;184;p26"/>
          <p:cNvCxnSpPr>
            <a:stCxn id="183" idx="7"/>
            <a:endCxn id="180" idx="7"/>
          </p:cNvCxnSpPr>
          <p:nvPr/>
        </p:nvCxnSpPr>
        <p:spPr>
          <a:xfrm rot="10800000">
            <a:off x="8206169" y="96334"/>
            <a:ext cx="550500" cy="668700"/>
          </a:xfrm>
          <a:prstGeom prst="straightConnector1">
            <a:avLst/>
          </a:prstGeom>
          <a:noFill/>
          <a:ln cap="flat" cmpd="sng" w="9525">
            <a:solidFill>
              <a:schemeClr val="dk1"/>
            </a:solidFill>
            <a:prstDash val="solid"/>
            <a:round/>
            <a:headEnd len="sm" w="sm" type="none"/>
            <a:tailEnd len="sm" w="sm" type="none"/>
          </a:ln>
        </p:spPr>
      </p:cxnSp>
      <p:cxnSp>
        <p:nvCxnSpPr>
          <p:cNvPr id="185" name="Google Shape;185;p26"/>
          <p:cNvCxnSpPr>
            <a:stCxn id="183" idx="4"/>
          </p:cNvCxnSpPr>
          <p:nvPr/>
        </p:nvCxnSpPr>
        <p:spPr>
          <a:xfrm flipH="1">
            <a:off x="7517364" y="845439"/>
            <a:ext cx="1206000" cy="369600"/>
          </a:xfrm>
          <a:prstGeom prst="straightConnector1">
            <a:avLst/>
          </a:prstGeom>
          <a:noFill/>
          <a:ln cap="flat" cmpd="sng" w="9525">
            <a:solidFill>
              <a:schemeClr val="dk1"/>
            </a:solidFill>
            <a:prstDash val="solid"/>
            <a:round/>
            <a:headEnd len="sm" w="sm" type="none"/>
            <a:tailEnd len="sm" w="sm" type="none"/>
          </a:ln>
        </p:spPr>
      </p:cxnSp>
      <p:cxnSp>
        <p:nvCxnSpPr>
          <p:cNvPr id="186" name="Google Shape;186;p26"/>
          <p:cNvCxnSpPr/>
          <p:nvPr/>
        </p:nvCxnSpPr>
        <p:spPr>
          <a:xfrm flipH="1" rot="10800000">
            <a:off x="7323426" y="233734"/>
            <a:ext cx="335400" cy="759900"/>
          </a:xfrm>
          <a:prstGeom prst="straightConnector1">
            <a:avLst/>
          </a:prstGeom>
          <a:noFill/>
          <a:ln cap="flat" cmpd="sng" w="9525">
            <a:solidFill>
              <a:schemeClr val="dk1"/>
            </a:solidFill>
            <a:prstDash val="solid"/>
            <a:round/>
            <a:headEnd len="sm" w="sm" type="none"/>
            <a:tailEnd len="sm" w="sm" type="none"/>
          </a:ln>
        </p:spPr>
      </p:cxnSp>
      <p:sp>
        <p:nvSpPr>
          <p:cNvPr id="187" name="Google Shape;187;p26"/>
          <p:cNvSpPr txBox="1"/>
          <p:nvPr>
            <p:ph idx="1"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88" name="Google Shape;188;p26"/>
          <p:cNvSpPr txBox="1"/>
          <p:nvPr>
            <p:ph idx="2" type="title"/>
          </p:nvPr>
        </p:nvSpPr>
        <p:spPr>
          <a:xfrm>
            <a:off x="112425" y="3522983"/>
            <a:ext cx="1899300" cy="714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a:solidFill>
                  <a:schemeClr val="lt2"/>
                </a:solidFill>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189" name="Google Shape;189;p26"/>
          <p:cNvSpPr txBox="1"/>
          <p:nvPr>
            <p:ph idx="3" type="subTitle"/>
          </p:nvPr>
        </p:nvSpPr>
        <p:spPr>
          <a:xfrm>
            <a:off x="459075" y="4178725"/>
            <a:ext cx="12060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900"/>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p:txBody>
      </p:sp>
      <p:sp>
        <p:nvSpPr>
          <p:cNvPr id="190" name="Google Shape;190;p26"/>
          <p:cNvSpPr txBox="1"/>
          <p:nvPr>
            <p:ph idx="4" type="title"/>
          </p:nvPr>
        </p:nvSpPr>
        <p:spPr>
          <a:xfrm>
            <a:off x="4718600" y="3522983"/>
            <a:ext cx="1899300" cy="714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a:solidFill>
                  <a:schemeClr val="lt2"/>
                </a:solidFill>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191" name="Google Shape;191;p26"/>
          <p:cNvSpPr txBox="1"/>
          <p:nvPr>
            <p:ph idx="5" type="subTitle"/>
          </p:nvPr>
        </p:nvSpPr>
        <p:spPr>
          <a:xfrm>
            <a:off x="5065250" y="4178725"/>
            <a:ext cx="1206000" cy="2757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900"/>
              <a:buNone/>
              <a:defRPr sz="900"/>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p:txBody>
      </p:sp>
      <p:sp>
        <p:nvSpPr>
          <p:cNvPr id="192" name="Google Shape;192;p26"/>
          <p:cNvSpPr txBox="1"/>
          <p:nvPr>
            <p:ph idx="6" type="body"/>
          </p:nvPr>
        </p:nvSpPr>
        <p:spPr>
          <a:xfrm>
            <a:off x="6880375" y="3231050"/>
            <a:ext cx="20307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93" name="Google Shape;193;p26"/>
          <p:cNvSpPr txBox="1"/>
          <p:nvPr>
            <p:ph idx="7" type="subTitle"/>
          </p:nvPr>
        </p:nvSpPr>
        <p:spPr>
          <a:xfrm>
            <a:off x="6880375" y="2984750"/>
            <a:ext cx="2030700" cy="246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p:txBody>
      </p:sp>
      <p:sp>
        <p:nvSpPr>
          <p:cNvPr id="194" name="Google Shape;194;p26"/>
          <p:cNvSpPr txBox="1"/>
          <p:nvPr>
            <p:ph idx="8" type="subTitle"/>
          </p:nvPr>
        </p:nvSpPr>
        <p:spPr>
          <a:xfrm>
            <a:off x="2274000" y="2984750"/>
            <a:ext cx="2030700" cy="246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p:txBody>
      </p:sp>
      <p:sp>
        <p:nvSpPr>
          <p:cNvPr id="195" name="Google Shape;195;p26"/>
          <p:cNvSpPr txBox="1"/>
          <p:nvPr>
            <p:ph idx="9" type="body"/>
          </p:nvPr>
        </p:nvSpPr>
        <p:spPr>
          <a:xfrm>
            <a:off x="2274000" y="3231050"/>
            <a:ext cx="20307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9">
  <p:cSld name="BLANK_1_1_1_1_1_1_1_1_1_1_1_2_1_6">
    <p:bg>
      <p:bgPr>
        <a:solidFill>
          <a:schemeClr val="lt1"/>
        </a:solidFill>
      </p:bgPr>
    </p:bg>
    <p:spTree>
      <p:nvGrpSpPr>
        <p:cNvPr id="196" name="Shape 196"/>
        <p:cNvGrpSpPr/>
        <p:nvPr/>
      </p:nvGrpSpPr>
      <p:grpSpPr>
        <a:xfrm>
          <a:off x="0" y="0"/>
          <a:ext cx="0" cy="0"/>
          <a:chOff x="0" y="0"/>
          <a:chExt cx="0" cy="0"/>
        </a:xfrm>
      </p:grpSpPr>
      <p:sp>
        <p:nvSpPr>
          <p:cNvPr id="197" name="Google Shape;197;p27"/>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98" name="Google Shape;198;p27"/>
          <p:cNvSpPr txBox="1"/>
          <p:nvPr>
            <p:ph idx="1" type="body"/>
          </p:nvPr>
        </p:nvSpPr>
        <p:spPr>
          <a:xfrm>
            <a:off x="422609" y="4243800"/>
            <a:ext cx="1728600" cy="457200"/>
          </a:xfrm>
          <a:prstGeom prst="rect">
            <a:avLst/>
          </a:prstGeom>
          <a:noFill/>
          <a:ln>
            <a:noFill/>
          </a:ln>
        </p:spPr>
        <p:txBody>
          <a:bodyPr anchorCtr="0" anchor="b"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199" name="Google Shape;199;p27"/>
          <p:cNvSpPr txBox="1"/>
          <p:nvPr>
            <p:ph idx="2" type="body"/>
          </p:nvPr>
        </p:nvSpPr>
        <p:spPr>
          <a:xfrm>
            <a:off x="2614838" y="4243800"/>
            <a:ext cx="1728600" cy="457200"/>
          </a:xfrm>
          <a:prstGeom prst="rect">
            <a:avLst/>
          </a:prstGeom>
          <a:noFill/>
          <a:ln>
            <a:noFill/>
          </a:ln>
        </p:spPr>
        <p:txBody>
          <a:bodyPr anchorCtr="0" anchor="b"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00" name="Google Shape;200;p27"/>
          <p:cNvSpPr txBox="1"/>
          <p:nvPr>
            <p:ph idx="3" type="body"/>
          </p:nvPr>
        </p:nvSpPr>
        <p:spPr>
          <a:xfrm>
            <a:off x="4785550" y="4243800"/>
            <a:ext cx="1728600" cy="457200"/>
          </a:xfrm>
          <a:prstGeom prst="rect">
            <a:avLst/>
          </a:prstGeom>
          <a:noFill/>
          <a:ln>
            <a:noFill/>
          </a:ln>
        </p:spPr>
        <p:txBody>
          <a:bodyPr anchorCtr="0" anchor="b"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01" name="Google Shape;201;p27"/>
          <p:cNvSpPr txBox="1"/>
          <p:nvPr>
            <p:ph idx="4" type="body"/>
          </p:nvPr>
        </p:nvSpPr>
        <p:spPr>
          <a:xfrm>
            <a:off x="6956263" y="4243800"/>
            <a:ext cx="1728600" cy="457200"/>
          </a:xfrm>
          <a:prstGeom prst="rect">
            <a:avLst/>
          </a:prstGeom>
          <a:noFill/>
          <a:ln>
            <a:noFill/>
          </a:ln>
        </p:spPr>
        <p:txBody>
          <a:bodyPr anchorCtr="0" anchor="b" bIns="0" lIns="0" spcFirstLastPara="1" rIns="0" wrap="square" tIns="0">
            <a:no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02" name="Google Shape;202;p27"/>
          <p:cNvSpPr txBox="1"/>
          <p:nvPr>
            <p:ph type="title"/>
          </p:nvPr>
        </p:nvSpPr>
        <p:spPr>
          <a:xfrm>
            <a:off x="422609" y="3094675"/>
            <a:ext cx="1728600" cy="369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03" name="Google Shape;203;p27"/>
          <p:cNvSpPr txBox="1"/>
          <p:nvPr>
            <p:ph idx="5" type="title"/>
          </p:nvPr>
        </p:nvSpPr>
        <p:spPr>
          <a:xfrm>
            <a:off x="2614838" y="3094675"/>
            <a:ext cx="1728600" cy="369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04" name="Google Shape;204;p27"/>
          <p:cNvSpPr txBox="1"/>
          <p:nvPr>
            <p:ph idx="6" type="title"/>
          </p:nvPr>
        </p:nvSpPr>
        <p:spPr>
          <a:xfrm>
            <a:off x="4785550" y="3094675"/>
            <a:ext cx="1728600" cy="3693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05" name="Google Shape;205;p27"/>
          <p:cNvSpPr txBox="1"/>
          <p:nvPr>
            <p:ph idx="7" type="title"/>
          </p:nvPr>
        </p:nvSpPr>
        <p:spPr>
          <a:xfrm>
            <a:off x="6956263" y="3094675"/>
            <a:ext cx="1728600" cy="369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06" name="Google Shape;206;p27"/>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7"/>
          <p:cNvSpPr txBox="1"/>
          <p:nvPr>
            <p:ph idx="8"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08" name="Google Shape;208;p27"/>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09" name="Google Shape;209;p27"/>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10" name="Google Shape;210;p27"/>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11" name="Google Shape;211;p27"/>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cxnSp>
        <p:nvCxnSpPr>
          <p:cNvPr id="212" name="Google Shape;212;p27"/>
          <p:cNvCxnSpPr>
            <a:stCxn id="211" idx="7"/>
            <a:endCxn id="208" idx="7"/>
          </p:cNvCxnSpPr>
          <p:nvPr/>
        </p:nvCxnSpPr>
        <p:spPr>
          <a:xfrm rot="10800000">
            <a:off x="8206169" y="96334"/>
            <a:ext cx="550500" cy="668700"/>
          </a:xfrm>
          <a:prstGeom prst="straightConnector1">
            <a:avLst/>
          </a:prstGeom>
          <a:noFill/>
          <a:ln cap="flat" cmpd="sng" w="9525">
            <a:solidFill>
              <a:schemeClr val="dk1"/>
            </a:solidFill>
            <a:prstDash val="solid"/>
            <a:round/>
            <a:headEnd len="sm" w="sm" type="none"/>
            <a:tailEnd len="sm" w="sm" type="none"/>
          </a:ln>
        </p:spPr>
      </p:cxnSp>
      <p:cxnSp>
        <p:nvCxnSpPr>
          <p:cNvPr id="213" name="Google Shape;213;p27"/>
          <p:cNvCxnSpPr>
            <a:stCxn id="211" idx="4"/>
          </p:cNvCxnSpPr>
          <p:nvPr/>
        </p:nvCxnSpPr>
        <p:spPr>
          <a:xfrm flipH="1">
            <a:off x="7517364" y="845439"/>
            <a:ext cx="1206000" cy="369600"/>
          </a:xfrm>
          <a:prstGeom prst="straightConnector1">
            <a:avLst/>
          </a:prstGeom>
          <a:noFill/>
          <a:ln cap="flat" cmpd="sng" w="9525">
            <a:solidFill>
              <a:schemeClr val="dk1"/>
            </a:solidFill>
            <a:prstDash val="solid"/>
            <a:round/>
            <a:headEnd len="sm" w="sm" type="none"/>
            <a:tailEnd len="sm" w="sm" type="none"/>
          </a:ln>
        </p:spPr>
      </p:cxnSp>
      <p:cxnSp>
        <p:nvCxnSpPr>
          <p:cNvPr id="214" name="Google Shape;214;p27"/>
          <p:cNvCxnSpPr/>
          <p:nvPr/>
        </p:nvCxnSpPr>
        <p:spPr>
          <a:xfrm flipH="1" rot="10800000">
            <a:off x="7323426" y="233734"/>
            <a:ext cx="335400" cy="759900"/>
          </a:xfrm>
          <a:prstGeom prst="straightConnector1">
            <a:avLst/>
          </a:prstGeom>
          <a:noFill/>
          <a:ln cap="flat" cmpd="sng" w="9525">
            <a:solidFill>
              <a:schemeClr val="dk1"/>
            </a:solidFill>
            <a:prstDash val="solid"/>
            <a:round/>
            <a:headEnd len="sm" w="sm" type="none"/>
            <a:tailEnd len="sm" w="sm" type="none"/>
          </a:ln>
        </p:spPr>
      </p:cxnSp>
      <p:sp>
        <p:nvSpPr>
          <p:cNvPr id="215" name="Google Shape;215;p27"/>
          <p:cNvSpPr txBox="1"/>
          <p:nvPr>
            <p:ph idx="9"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content display">
  <p:cSld name="BLANK_1_1_1_1_1_1_1_1_1_1_1_2_1_2_1">
    <p:spTree>
      <p:nvGrpSpPr>
        <p:cNvPr id="216" name="Shape 216"/>
        <p:cNvGrpSpPr/>
        <p:nvPr/>
      </p:nvGrpSpPr>
      <p:grpSpPr>
        <a:xfrm>
          <a:off x="0" y="0"/>
          <a:ext cx="0" cy="0"/>
          <a:chOff x="0" y="0"/>
          <a:chExt cx="0" cy="0"/>
        </a:xfrm>
      </p:grpSpPr>
      <p:sp>
        <p:nvSpPr>
          <p:cNvPr id="217" name="Google Shape;217;p28"/>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cxnSp>
        <p:nvCxnSpPr>
          <p:cNvPr id="218" name="Google Shape;218;p28"/>
          <p:cNvCxnSpPr/>
          <p:nvPr/>
        </p:nvCxnSpPr>
        <p:spPr>
          <a:xfrm>
            <a:off x="0" y="1218975"/>
            <a:ext cx="9144000" cy="0"/>
          </a:xfrm>
          <a:prstGeom prst="straightConnector1">
            <a:avLst/>
          </a:prstGeom>
          <a:noFill/>
          <a:ln cap="flat" cmpd="sng" w="9525">
            <a:solidFill>
              <a:schemeClr val="dk1"/>
            </a:solidFill>
            <a:prstDash val="solid"/>
            <a:round/>
            <a:headEnd len="sm" w="sm" type="none"/>
            <a:tailEnd len="sm" w="sm" type="none"/>
          </a:ln>
        </p:spPr>
      </p:cxnSp>
      <p:sp>
        <p:nvSpPr>
          <p:cNvPr id="219" name="Google Shape;219;p28"/>
          <p:cNvSpPr txBox="1"/>
          <p:nvPr>
            <p:ph idx="1" type="body"/>
          </p:nvPr>
        </p:nvSpPr>
        <p:spPr>
          <a:xfrm>
            <a:off x="25597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20" name="Google Shape;220;p28"/>
          <p:cNvSpPr txBox="1"/>
          <p:nvPr>
            <p:ph idx="2" type="body"/>
          </p:nvPr>
        </p:nvSpPr>
        <p:spPr>
          <a:xfrm>
            <a:off x="4882425" y="1547275"/>
            <a:ext cx="3639600" cy="6183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21" name="Google Shape;221;p28"/>
          <p:cNvSpPr txBox="1"/>
          <p:nvPr>
            <p:ph idx="3" type="body"/>
          </p:nvPr>
        </p:nvSpPr>
        <p:spPr>
          <a:xfrm>
            <a:off x="3582350" y="3224900"/>
            <a:ext cx="3639600" cy="16581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22" name="Google Shape;222;p28"/>
          <p:cNvSpPr txBox="1"/>
          <p:nvPr>
            <p:ph idx="4" type="subTitle"/>
          </p:nvPr>
        </p:nvSpPr>
        <p:spPr>
          <a:xfrm>
            <a:off x="3582350" y="2987900"/>
            <a:ext cx="3639600" cy="16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223" name="Google Shape;223;p28"/>
          <p:cNvSpPr/>
          <p:nvPr>
            <p:ph idx="5" type="pic"/>
          </p:nvPr>
        </p:nvSpPr>
        <p:spPr>
          <a:xfrm>
            <a:off x="256025" y="2987900"/>
            <a:ext cx="3176400" cy="1904400"/>
          </a:xfrm>
          <a:prstGeom prst="rect">
            <a:avLst/>
          </a:prstGeom>
          <a:noFill/>
          <a:ln>
            <a:noFill/>
          </a:ln>
        </p:spPr>
      </p:sp>
      <p:sp>
        <p:nvSpPr>
          <p:cNvPr id="224" name="Google Shape;224;p28"/>
          <p:cNvSpPr txBox="1"/>
          <p:nvPr>
            <p:ph idx="6"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800"/>
              <a:buFont typeface="Montserrat"/>
              <a:buNone/>
              <a:defRPr/>
            </a:lvl1pPr>
            <a:lvl2pPr lvl="1" algn="l">
              <a:lnSpc>
                <a:spcPct val="115000"/>
              </a:lnSpc>
              <a:spcBef>
                <a:spcPts val="0"/>
              </a:spcBef>
              <a:spcAft>
                <a:spcPts val="0"/>
              </a:spcAft>
              <a:buSzPts val="800"/>
              <a:buFont typeface="Montserrat"/>
              <a:buNone/>
              <a:defRPr/>
            </a:lvl2pPr>
            <a:lvl3pPr lvl="2" algn="l">
              <a:lnSpc>
                <a:spcPct val="115000"/>
              </a:lnSpc>
              <a:spcBef>
                <a:spcPts val="0"/>
              </a:spcBef>
              <a:spcAft>
                <a:spcPts val="0"/>
              </a:spcAft>
              <a:buSzPts val="800"/>
              <a:buFont typeface="Montserrat"/>
              <a:buNone/>
              <a:defRPr/>
            </a:lvl3pPr>
            <a:lvl4pPr lvl="3" algn="l">
              <a:lnSpc>
                <a:spcPct val="115000"/>
              </a:lnSpc>
              <a:spcBef>
                <a:spcPts val="0"/>
              </a:spcBef>
              <a:spcAft>
                <a:spcPts val="0"/>
              </a:spcAft>
              <a:buSzPts val="800"/>
              <a:buFont typeface="Montserrat"/>
              <a:buNone/>
              <a:defRPr/>
            </a:lvl4pPr>
            <a:lvl5pPr lvl="4" algn="l">
              <a:lnSpc>
                <a:spcPct val="115000"/>
              </a:lnSpc>
              <a:spcBef>
                <a:spcPts val="0"/>
              </a:spcBef>
              <a:spcAft>
                <a:spcPts val="0"/>
              </a:spcAft>
              <a:buSzPts val="800"/>
              <a:buFont typeface="Montserrat"/>
              <a:buNone/>
              <a:defRPr/>
            </a:lvl5pPr>
            <a:lvl6pPr lvl="5" algn="l">
              <a:lnSpc>
                <a:spcPct val="115000"/>
              </a:lnSpc>
              <a:spcBef>
                <a:spcPts val="0"/>
              </a:spcBef>
              <a:spcAft>
                <a:spcPts val="0"/>
              </a:spcAft>
              <a:buSzPts val="800"/>
              <a:buFont typeface="Montserrat"/>
              <a:buNone/>
              <a:defRPr/>
            </a:lvl6pPr>
            <a:lvl7pPr lvl="6" algn="l">
              <a:lnSpc>
                <a:spcPct val="115000"/>
              </a:lnSpc>
              <a:spcBef>
                <a:spcPts val="0"/>
              </a:spcBef>
              <a:spcAft>
                <a:spcPts val="0"/>
              </a:spcAft>
              <a:buSzPts val="800"/>
              <a:buFont typeface="Montserrat"/>
              <a:buNone/>
              <a:defRPr/>
            </a:lvl7pPr>
            <a:lvl8pPr lvl="7" algn="l">
              <a:lnSpc>
                <a:spcPct val="115000"/>
              </a:lnSpc>
              <a:spcBef>
                <a:spcPts val="0"/>
              </a:spcBef>
              <a:spcAft>
                <a:spcPts val="0"/>
              </a:spcAft>
              <a:buSzPts val="800"/>
              <a:buFont typeface="Montserrat"/>
              <a:buNone/>
              <a:defRPr/>
            </a:lvl8pPr>
            <a:lvl9pPr lvl="8" algn="l">
              <a:lnSpc>
                <a:spcPct val="115000"/>
              </a:lnSpc>
              <a:spcBef>
                <a:spcPts val="0"/>
              </a:spcBef>
              <a:spcAft>
                <a:spcPts val="0"/>
              </a:spcAft>
              <a:buSzPts val="800"/>
              <a:buFont typeface="Montserra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with image">
  <p:cSld name="BLANK_1_1_1_1_1_1_1_1_1_1_1_2_1_2_1_1">
    <p:bg>
      <p:bgPr>
        <a:solidFill>
          <a:schemeClr val="lt1"/>
        </a:solidFill>
      </p:bgPr>
    </p:bg>
    <p:spTree>
      <p:nvGrpSpPr>
        <p:cNvPr id="225" name="Shape 225"/>
        <p:cNvGrpSpPr/>
        <p:nvPr/>
      </p:nvGrpSpPr>
      <p:grpSpPr>
        <a:xfrm>
          <a:off x="0" y="0"/>
          <a:ext cx="0" cy="0"/>
          <a:chOff x="0" y="0"/>
          <a:chExt cx="0" cy="0"/>
        </a:xfrm>
      </p:grpSpPr>
      <p:sp>
        <p:nvSpPr>
          <p:cNvPr id="226" name="Google Shape;226;p29"/>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27" name="Google Shape;227;p29"/>
          <p:cNvSpPr/>
          <p:nvPr>
            <p:ph idx="2" type="pic"/>
          </p:nvPr>
        </p:nvSpPr>
        <p:spPr>
          <a:xfrm>
            <a:off x="6565675" y="6375"/>
            <a:ext cx="2578200" cy="5143500"/>
          </a:xfrm>
          <a:prstGeom prst="rect">
            <a:avLst/>
          </a:prstGeom>
          <a:noFill/>
          <a:ln>
            <a:noFill/>
          </a:ln>
        </p:spPr>
      </p:sp>
      <p:sp>
        <p:nvSpPr>
          <p:cNvPr id="228" name="Google Shape;228;p29"/>
          <p:cNvSpPr txBox="1"/>
          <p:nvPr>
            <p:ph idx="1" type="body"/>
          </p:nvPr>
        </p:nvSpPr>
        <p:spPr>
          <a:xfrm>
            <a:off x="256600" y="1672900"/>
            <a:ext cx="1881600" cy="775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29" name="Google Shape;229;p29"/>
          <p:cNvSpPr txBox="1"/>
          <p:nvPr>
            <p:ph idx="3" type="title"/>
          </p:nvPr>
        </p:nvSpPr>
        <p:spPr>
          <a:xfrm>
            <a:off x="256600" y="1383825"/>
            <a:ext cx="1881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p:txBody>
      </p:sp>
      <p:sp>
        <p:nvSpPr>
          <p:cNvPr id="230" name="Google Shape;230;p29"/>
          <p:cNvSpPr txBox="1"/>
          <p:nvPr>
            <p:ph idx="4" type="body"/>
          </p:nvPr>
        </p:nvSpPr>
        <p:spPr>
          <a:xfrm>
            <a:off x="256600" y="3630275"/>
            <a:ext cx="1881600" cy="775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31" name="Google Shape;231;p29"/>
          <p:cNvSpPr txBox="1"/>
          <p:nvPr>
            <p:ph idx="5" type="title"/>
          </p:nvPr>
        </p:nvSpPr>
        <p:spPr>
          <a:xfrm>
            <a:off x="256600" y="3341200"/>
            <a:ext cx="1881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p:txBody>
      </p:sp>
      <p:sp>
        <p:nvSpPr>
          <p:cNvPr id="232" name="Google Shape;232;p29"/>
          <p:cNvSpPr txBox="1"/>
          <p:nvPr>
            <p:ph idx="6" type="body"/>
          </p:nvPr>
        </p:nvSpPr>
        <p:spPr>
          <a:xfrm>
            <a:off x="2582375" y="1672900"/>
            <a:ext cx="1881600" cy="7758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33" name="Google Shape;233;p29"/>
          <p:cNvSpPr txBox="1"/>
          <p:nvPr>
            <p:ph idx="7" type="title"/>
          </p:nvPr>
        </p:nvSpPr>
        <p:spPr>
          <a:xfrm>
            <a:off x="2582375" y="1383825"/>
            <a:ext cx="1881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1_1_1_1_1_1_1_1_2_1_2_1_1_1">
    <p:bg>
      <p:bgPr>
        <a:solidFill>
          <a:schemeClr val="dk2"/>
        </a:solidFill>
      </p:bgPr>
    </p:bg>
    <p:spTree>
      <p:nvGrpSpPr>
        <p:cNvPr id="234" name="Shape 234"/>
        <p:cNvGrpSpPr/>
        <p:nvPr/>
      </p:nvGrpSpPr>
      <p:grpSpPr>
        <a:xfrm>
          <a:off x="0" y="0"/>
          <a:ext cx="0" cy="0"/>
          <a:chOff x="0" y="0"/>
          <a:chExt cx="0" cy="0"/>
        </a:xfrm>
      </p:grpSpPr>
      <p:sp>
        <p:nvSpPr>
          <p:cNvPr id="235" name="Google Shape;235;p30"/>
          <p:cNvSpPr txBox="1"/>
          <p:nvPr>
            <p:ph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36" name="Google Shape;236;p30"/>
          <p:cNvSpPr/>
          <p:nvPr/>
        </p:nvSpPr>
        <p:spPr>
          <a:xfrm flipH="1" rot="10800000">
            <a:off x="5434850" y="1434600"/>
            <a:ext cx="3709200" cy="3708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37" name="Google Shape;237;p30"/>
          <p:cNvSpPr txBox="1"/>
          <p:nvPr>
            <p:ph idx="1" type="body"/>
          </p:nvPr>
        </p:nvSpPr>
        <p:spPr>
          <a:xfrm>
            <a:off x="566475" y="1548175"/>
            <a:ext cx="3639600" cy="8859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38" name="Google Shape;238;p30"/>
          <p:cNvSpPr txBox="1"/>
          <p:nvPr>
            <p:ph idx="2" type="title"/>
          </p:nvPr>
        </p:nvSpPr>
        <p:spPr>
          <a:xfrm>
            <a:off x="566475" y="1226825"/>
            <a:ext cx="3639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p:txBody>
      </p:sp>
      <p:sp>
        <p:nvSpPr>
          <p:cNvPr id="239" name="Google Shape;239;p30"/>
          <p:cNvSpPr txBox="1"/>
          <p:nvPr>
            <p:ph idx="3" type="body"/>
          </p:nvPr>
        </p:nvSpPr>
        <p:spPr>
          <a:xfrm>
            <a:off x="4937950" y="1548175"/>
            <a:ext cx="3639600" cy="8859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40" name="Google Shape;240;p30"/>
          <p:cNvSpPr txBox="1"/>
          <p:nvPr>
            <p:ph idx="4" type="title"/>
          </p:nvPr>
        </p:nvSpPr>
        <p:spPr>
          <a:xfrm>
            <a:off x="4937950" y="1226825"/>
            <a:ext cx="3639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p:txBody>
      </p:sp>
      <p:sp>
        <p:nvSpPr>
          <p:cNvPr id="241" name="Google Shape;241;p30"/>
          <p:cNvSpPr txBox="1"/>
          <p:nvPr>
            <p:ph idx="5" type="body"/>
          </p:nvPr>
        </p:nvSpPr>
        <p:spPr>
          <a:xfrm>
            <a:off x="4937925" y="3564300"/>
            <a:ext cx="3639600" cy="8859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42" name="Google Shape;242;p30"/>
          <p:cNvSpPr txBox="1"/>
          <p:nvPr>
            <p:ph idx="6" type="title"/>
          </p:nvPr>
        </p:nvSpPr>
        <p:spPr>
          <a:xfrm>
            <a:off x="4937925" y="3242950"/>
            <a:ext cx="3639600" cy="189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p:txBody>
      </p:sp>
      <p:sp>
        <p:nvSpPr>
          <p:cNvPr id="243" name="Google Shape;243;p30"/>
          <p:cNvSpPr txBox="1"/>
          <p:nvPr>
            <p:ph idx="7" type="body"/>
          </p:nvPr>
        </p:nvSpPr>
        <p:spPr>
          <a:xfrm>
            <a:off x="566500" y="3564300"/>
            <a:ext cx="3639600" cy="8859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Clr>
                <a:schemeClr val="lt2"/>
              </a:buClr>
              <a:buSzPts val="900"/>
              <a:buFont typeface="Montserrat"/>
              <a:buChar char="●"/>
              <a:defRPr/>
            </a:lvl1pPr>
            <a:lvl2pPr indent="-285750" lvl="1" marL="914400" algn="l">
              <a:lnSpc>
                <a:spcPct val="115000"/>
              </a:lnSpc>
              <a:spcBef>
                <a:spcPts val="0"/>
              </a:spcBef>
              <a:spcAft>
                <a:spcPts val="0"/>
              </a:spcAft>
              <a:buClr>
                <a:schemeClr val="lt2"/>
              </a:buClr>
              <a:buSzPts val="900"/>
              <a:buFont typeface="Montserrat"/>
              <a:buChar char="○"/>
              <a:defRPr/>
            </a:lvl2pPr>
            <a:lvl3pPr indent="-285750" lvl="2" marL="1371600" algn="l">
              <a:lnSpc>
                <a:spcPct val="115000"/>
              </a:lnSpc>
              <a:spcBef>
                <a:spcPts val="0"/>
              </a:spcBef>
              <a:spcAft>
                <a:spcPts val="0"/>
              </a:spcAft>
              <a:buClr>
                <a:schemeClr val="lt2"/>
              </a:buClr>
              <a:buSzPts val="900"/>
              <a:buFont typeface="Montserrat"/>
              <a:buChar char="■"/>
              <a:defRPr/>
            </a:lvl3pPr>
            <a:lvl4pPr indent="-285750" lvl="3" marL="1828800" algn="l">
              <a:lnSpc>
                <a:spcPct val="115000"/>
              </a:lnSpc>
              <a:spcBef>
                <a:spcPts val="0"/>
              </a:spcBef>
              <a:spcAft>
                <a:spcPts val="0"/>
              </a:spcAft>
              <a:buClr>
                <a:schemeClr val="lt2"/>
              </a:buClr>
              <a:buSzPts val="900"/>
              <a:buFont typeface="Montserrat"/>
              <a:buChar char="●"/>
              <a:defRPr/>
            </a:lvl4pPr>
            <a:lvl5pPr indent="-285750" lvl="4" marL="2286000" algn="l">
              <a:lnSpc>
                <a:spcPct val="115000"/>
              </a:lnSpc>
              <a:spcBef>
                <a:spcPts val="0"/>
              </a:spcBef>
              <a:spcAft>
                <a:spcPts val="0"/>
              </a:spcAft>
              <a:buClr>
                <a:schemeClr val="lt2"/>
              </a:buClr>
              <a:buSzPts val="900"/>
              <a:buFont typeface="Montserrat"/>
              <a:buChar char="○"/>
              <a:defRPr/>
            </a:lvl5pPr>
            <a:lvl6pPr indent="-285750" lvl="5" marL="2743200" algn="l">
              <a:lnSpc>
                <a:spcPct val="115000"/>
              </a:lnSpc>
              <a:spcBef>
                <a:spcPts val="0"/>
              </a:spcBef>
              <a:spcAft>
                <a:spcPts val="0"/>
              </a:spcAft>
              <a:buClr>
                <a:schemeClr val="lt2"/>
              </a:buClr>
              <a:buSzPts val="900"/>
              <a:buFont typeface="Montserrat"/>
              <a:buChar char="■"/>
              <a:defRPr/>
            </a:lvl6pPr>
            <a:lvl7pPr indent="-285750" lvl="6" marL="3200400" algn="l">
              <a:lnSpc>
                <a:spcPct val="115000"/>
              </a:lnSpc>
              <a:spcBef>
                <a:spcPts val="0"/>
              </a:spcBef>
              <a:spcAft>
                <a:spcPts val="0"/>
              </a:spcAft>
              <a:buClr>
                <a:schemeClr val="lt2"/>
              </a:buClr>
              <a:buSzPts val="900"/>
              <a:buFont typeface="Montserrat"/>
              <a:buChar char="●"/>
              <a:defRPr/>
            </a:lvl7pPr>
            <a:lvl8pPr indent="-285750" lvl="7" marL="3657600" algn="l">
              <a:lnSpc>
                <a:spcPct val="115000"/>
              </a:lnSpc>
              <a:spcBef>
                <a:spcPts val="0"/>
              </a:spcBef>
              <a:spcAft>
                <a:spcPts val="0"/>
              </a:spcAft>
              <a:buClr>
                <a:schemeClr val="lt2"/>
              </a:buClr>
              <a:buSzPts val="900"/>
              <a:buFont typeface="Montserrat"/>
              <a:buChar char="○"/>
              <a:defRPr/>
            </a:lvl8pPr>
            <a:lvl9pPr indent="-285750" lvl="8" marL="4114800" algn="l">
              <a:lnSpc>
                <a:spcPct val="115000"/>
              </a:lnSpc>
              <a:spcBef>
                <a:spcPts val="0"/>
              </a:spcBef>
              <a:spcAft>
                <a:spcPts val="0"/>
              </a:spcAft>
              <a:buClr>
                <a:schemeClr val="lt2"/>
              </a:buClr>
              <a:buSzPts val="900"/>
              <a:buFont typeface="Montserrat"/>
              <a:buChar char="■"/>
              <a:defRPr/>
            </a:lvl9pPr>
          </a:lstStyle>
          <a:p/>
        </p:txBody>
      </p:sp>
      <p:sp>
        <p:nvSpPr>
          <p:cNvPr id="244" name="Google Shape;244;p30"/>
          <p:cNvSpPr txBox="1"/>
          <p:nvPr>
            <p:ph idx="8" type="title"/>
          </p:nvPr>
        </p:nvSpPr>
        <p:spPr>
          <a:xfrm>
            <a:off x="566500" y="3242950"/>
            <a:ext cx="3639600" cy="189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p:txBody>
      </p:sp>
      <p:sp>
        <p:nvSpPr>
          <p:cNvPr id="245" name="Google Shape;245;p30"/>
          <p:cNvSpPr txBox="1"/>
          <p:nvPr>
            <p:ph idx="9"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BLANK_1_1_1_1_1_1_1_1_1_1_1_1_1_1_1_1_1_1_1_2">
    <p:spTree>
      <p:nvGrpSpPr>
        <p:cNvPr id="246" name="Shape 246"/>
        <p:cNvGrpSpPr/>
        <p:nvPr/>
      </p:nvGrpSpPr>
      <p:grpSpPr>
        <a:xfrm>
          <a:off x="0" y="0"/>
          <a:ext cx="0" cy="0"/>
          <a:chOff x="0" y="0"/>
          <a:chExt cx="0" cy="0"/>
        </a:xfrm>
      </p:grpSpPr>
      <p:sp>
        <p:nvSpPr>
          <p:cNvPr id="247" name="Google Shape;247;p31"/>
          <p:cNvSpPr/>
          <p:nvPr>
            <p:ph idx="2" type="pic"/>
          </p:nvPr>
        </p:nvSpPr>
        <p:spPr>
          <a:xfrm>
            <a:off x="2725025" y="1596075"/>
            <a:ext cx="1498500" cy="1498500"/>
          </a:xfrm>
          <a:prstGeom prst="rect">
            <a:avLst/>
          </a:prstGeom>
          <a:noFill/>
          <a:ln>
            <a:noFill/>
          </a:ln>
        </p:spPr>
      </p:sp>
      <p:sp>
        <p:nvSpPr>
          <p:cNvPr id="248" name="Google Shape;248;p31"/>
          <p:cNvSpPr/>
          <p:nvPr>
            <p:ph idx="3" type="pic"/>
          </p:nvPr>
        </p:nvSpPr>
        <p:spPr>
          <a:xfrm>
            <a:off x="7115925" y="1596075"/>
            <a:ext cx="1498500" cy="1498500"/>
          </a:xfrm>
          <a:prstGeom prst="rect">
            <a:avLst/>
          </a:prstGeom>
          <a:noFill/>
          <a:ln>
            <a:noFill/>
          </a:ln>
        </p:spPr>
      </p:sp>
      <p:sp>
        <p:nvSpPr>
          <p:cNvPr id="249" name="Google Shape;249;p31"/>
          <p:cNvSpPr/>
          <p:nvPr>
            <p:ph idx="4" type="pic"/>
          </p:nvPr>
        </p:nvSpPr>
        <p:spPr>
          <a:xfrm>
            <a:off x="4920475" y="1596075"/>
            <a:ext cx="1498500" cy="1498500"/>
          </a:xfrm>
          <a:prstGeom prst="ellipse">
            <a:avLst/>
          </a:prstGeom>
          <a:noFill/>
          <a:ln>
            <a:noFill/>
          </a:ln>
        </p:spPr>
      </p:sp>
      <p:sp>
        <p:nvSpPr>
          <p:cNvPr id="250" name="Google Shape;250;p31"/>
          <p:cNvSpPr/>
          <p:nvPr>
            <p:ph idx="5" type="pic"/>
          </p:nvPr>
        </p:nvSpPr>
        <p:spPr>
          <a:xfrm>
            <a:off x="529575" y="1596075"/>
            <a:ext cx="1498500" cy="1498500"/>
          </a:xfrm>
          <a:prstGeom prst="ellipse">
            <a:avLst/>
          </a:prstGeom>
          <a:noFill/>
          <a:ln>
            <a:noFill/>
          </a:ln>
        </p:spPr>
      </p:sp>
      <p:sp>
        <p:nvSpPr>
          <p:cNvPr id="251" name="Google Shape;251;p31"/>
          <p:cNvSpPr txBox="1"/>
          <p:nvPr>
            <p:ph type="title"/>
          </p:nvPr>
        </p:nvSpPr>
        <p:spPr>
          <a:xfrm>
            <a:off x="529575" y="3352550"/>
            <a:ext cx="1498500" cy="189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52" name="Google Shape;252;p31"/>
          <p:cNvSpPr txBox="1"/>
          <p:nvPr>
            <p:ph idx="6"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53" name="Google Shape;253;p31"/>
          <p:cNvSpPr txBox="1"/>
          <p:nvPr>
            <p:ph idx="7" type="title"/>
          </p:nvPr>
        </p:nvSpPr>
        <p:spPr>
          <a:xfrm>
            <a:off x="52957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54" name="Google Shape;254;p31"/>
          <p:cNvSpPr txBox="1"/>
          <p:nvPr>
            <p:ph idx="8" type="title"/>
          </p:nvPr>
        </p:nvSpPr>
        <p:spPr>
          <a:xfrm>
            <a:off x="2725025" y="3352550"/>
            <a:ext cx="1498500" cy="189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55" name="Google Shape;255;p31"/>
          <p:cNvSpPr txBox="1"/>
          <p:nvPr>
            <p:ph idx="9" type="title"/>
          </p:nvPr>
        </p:nvSpPr>
        <p:spPr>
          <a:xfrm>
            <a:off x="272502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56" name="Google Shape;256;p31"/>
          <p:cNvSpPr txBox="1"/>
          <p:nvPr>
            <p:ph idx="13" type="title"/>
          </p:nvPr>
        </p:nvSpPr>
        <p:spPr>
          <a:xfrm>
            <a:off x="4920475" y="3352550"/>
            <a:ext cx="1498500" cy="18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57" name="Google Shape;257;p31"/>
          <p:cNvSpPr txBox="1"/>
          <p:nvPr>
            <p:ph idx="14" type="title"/>
          </p:nvPr>
        </p:nvSpPr>
        <p:spPr>
          <a:xfrm>
            <a:off x="492047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58" name="Google Shape;258;p31"/>
          <p:cNvSpPr txBox="1"/>
          <p:nvPr>
            <p:ph idx="15" type="title"/>
          </p:nvPr>
        </p:nvSpPr>
        <p:spPr>
          <a:xfrm>
            <a:off x="7115925" y="3352550"/>
            <a:ext cx="1498500" cy="189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59" name="Google Shape;259;p31"/>
          <p:cNvSpPr txBox="1"/>
          <p:nvPr>
            <p:ph idx="16" type="title"/>
          </p:nvPr>
        </p:nvSpPr>
        <p:spPr>
          <a:xfrm>
            <a:off x="711592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60" name="Google Shape;260;p31"/>
          <p:cNvSpPr txBox="1"/>
          <p:nvPr>
            <p:ph idx="1"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Alt 1">
  <p:cSld name="BLANK_1_1_1_1_1_1_1_1_1_1_1_1_1_1_1_1_1_1_1_2_1">
    <p:spTree>
      <p:nvGrpSpPr>
        <p:cNvPr id="261" name="Shape 261"/>
        <p:cNvGrpSpPr/>
        <p:nvPr/>
      </p:nvGrpSpPr>
      <p:grpSpPr>
        <a:xfrm>
          <a:off x="0" y="0"/>
          <a:ext cx="0" cy="0"/>
          <a:chOff x="0" y="0"/>
          <a:chExt cx="0" cy="0"/>
        </a:xfrm>
      </p:grpSpPr>
      <p:sp>
        <p:nvSpPr>
          <p:cNvPr id="262" name="Google Shape;262;p32"/>
          <p:cNvSpPr/>
          <p:nvPr>
            <p:ph idx="2" type="pic"/>
          </p:nvPr>
        </p:nvSpPr>
        <p:spPr>
          <a:xfrm>
            <a:off x="2725025" y="1596075"/>
            <a:ext cx="1498500" cy="1498500"/>
          </a:xfrm>
          <a:prstGeom prst="rect">
            <a:avLst/>
          </a:prstGeom>
          <a:noFill/>
          <a:ln>
            <a:noFill/>
          </a:ln>
        </p:spPr>
      </p:sp>
      <p:sp>
        <p:nvSpPr>
          <p:cNvPr id="263" name="Google Shape;263;p32"/>
          <p:cNvSpPr/>
          <p:nvPr>
            <p:ph idx="3" type="pic"/>
          </p:nvPr>
        </p:nvSpPr>
        <p:spPr>
          <a:xfrm>
            <a:off x="7115925" y="1596075"/>
            <a:ext cx="1498500" cy="1498500"/>
          </a:xfrm>
          <a:prstGeom prst="rect">
            <a:avLst/>
          </a:prstGeom>
          <a:noFill/>
          <a:ln>
            <a:noFill/>
          </a:ln>
        </p:spPr>
      </p:sp>
      <p:sp>
        <p:nvSpPr>
          <p:cNvPr id="264" name="Google Shape;264;p32"/>
          <p:cNvSpPr/>
          <p:nvPr>
            <p:ph idx="4" type="pic"/>
          </p:nvPr>
        </p:nvSpPr>
        <p:spPr>
          <a:xfrm>
            <a:off x="4920475" y="1596075"/>
            <a:ext cx="1498500" cy="1498500"/>
          </a:xfrm>
          <a:prstGeom prst="ellipse">
            <a:avLst/>
          </a:prstGeom>
          <a:noFill/>
          <a:ln>
            <a:noFill/>
          </a:ln>
        </p:spPr>
      </p:sp>
      <p:sp>
        <p:nvSpPr>
          <p:cNvPr id="265" name="Google Shape;265;p32"/>
          <p:cNvSpPr/>
          <p:nvPr>
            <p:ph idx="5" type="pic"/>
          </p:nvPr>
        </p:nvSpPr>
        <p:spPr>
          <a:xfrm>
            <a:off x="529575" y="1596075"/>
            <a:ext cx="1498500" cy="1498500"/>
          </a:xfrm>
          <a:prstGeom prst="ellipse">
            <a:avLst/>
          </a:prstGeom>
          <a:noFill/>
          <a:ln>
            <a:noFill/>
          </a:ln>
        </p:spPr>
      </p:sp>
      <p:sp>
        <p:nvSpPr>
          <p:cNvPr id="266" name="Google Shape;266;p32"/>
          <p:cNvSpPr txBox="1"/>
          <p:nvPr>
            <p:ph type="title"/>
          </p:nvPr>
        </p:nvSpPr>
        <p:spPr>
          <a:xfrm>
            <a:off x="529575" y="3352550"/>
            <a:ext cx="1498500" cy="189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67" name="Google Shape;267;p32"/>
          <p:cNvSpPr txBox="1"/>
          <p:nvPr>
            <p:ph idx="6" type="title"/>
          </p:nvPr>
        </p:nvSpPr>
        <p:spPr>
          <a:xfrm>
            <a:off x="256025" y="213150"/>
            <a:ext cx="5750100" cy="5118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p:txBody>
      </p:sp>
      <p:sp>
        <p:nvSpPr>
          <p:cNvPr id="268" name="Google Shape;268;p32"/>
          <p:cNvSpPr txBox="1"/>
          <p:nvPr>
            <p:ph idx="7" type="title"/>
          </p:nvPr>
        </p:nvSpPr>
        <p:spPr>
          <a:xfrm>
            <a:off x="52957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69" name="Google Shape;269;p32"/>
          <p:cNvSpPr txBox="1"/>
          <p:nvPr>
            <p:ph idx="8" type="title"/>
          </p:nvPr>
        </p:nvSpPr>
        <p:spPr>
          <a:xfrm>
            <a:off x="2725025" y="3352550"/>
            <a:ext cx="1498500" cy="189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70" name="Google Shape;270;p32"/>
          <p:cNvSpPr txBox="1"/>
          <p:nvPr>
            <p:ph idx="9" type="title"/>
          </p:nvPr>
        </p:nvSpPr>
        <p:spPr>
          <a:xfrm>
            <a:off x="272502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71" name="Google Shape;271;p32"/>
          <p:cNvSpPr txBox="1"/>
          <p:nvPr>
            <p:ph idx="13" type="title"/>
          </p:nvPr>
        </p:nvSpPr>
        <p:spPr>
          <a:xfrm>
            <a:off x="4920475" y="3352550"/>
            <a:ext cx="1498500" cy="18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72" name="Google Shape;272;p32"/>
          <p:cNvSpPr txBox="1"/>
          <p:nvPr>
            <p:ph idx="14" type="title"/>
          </p:nvPr>
        </p:nvSpPr>
        <p:spPr>
          <a:xfrm>
            <a:off x="492047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73" name="Google Shape;273;p32"/>
          <p:cNvSpPr txBox="1"/>
          <p:nvPr>
            <p:ph idx="15" type="title"/>
          </p:nvPr>
        </p:nvSpPr>
        <p:spPr>
          <a:xfrm>
            <a:off x="7115925" y="3352550"/>
            <a:ext cx="1498500" cy="189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p:txBody>
      </p:sp>
      <p:sp>
        <p:nvSpPr>
          <p:cNvPr id="274" name="Google Shape;274;p32"/>
          <p:cNvSpPr txBox="1"/>
          <p:nvPr>
            <p:ph idx="16" type="title"/>
          </p:nvPr>
        </p:nvSpPr>
        <p:spPr>
          <a:xfrm>
            <a:off x="7115925" y="3582694"/>
            <a:ext cx="1498500" cy="189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p:txBody>
      </p:sp>
      <p:sp>
        <p:nvSpPr>
          <p:cNvPr id="275" name="Google Shape;275;p32"/>
          <p:cNvSpPr txBox="1"/>
          <p:nvPr>
            <p:ph idx="1" type="body"/>
          </p:nvPr>
        </p:nvSpPr>
        <p:spPr>
          <a:xfrm>
            <a:off x="2432125" y="3851275"/>
            <a:ext cx="2085000" cy="775800"/>
          </a:xfrm>
          <a:prstGeom prst="rect">
            <a:avLst/>
          </a:prstGeom>
          <a:noFill/>
          <a:ln>
            <a:noFill/>
          </a:ln>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6" name="Google Shape;276;p32"/>
          <p:cNvSpPr txBox="1"/>
          <p:nvPr>
            <p:ph idx="17" type="body"/>
          </p:nvPr>
        </p:nvSpPr>
        <p:spPr>
          <a:xfrm>
            <a:off x="256025" y="3851275"/>
            <a:ext cx="2066400" cy="775800"/>
          </a:xfrm>
          <a:prstGeom prst="rect">
            <a:avLst/>
          </a:prstGeom>
          <a:noFill/>
          <a:ln>
            <a:noFill/>
          </a:ln>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7" name="Google Shape;277;p32"/>
          <p:cNvSpPr txBox="1"/>
          <p:nvPr>
            <p:ph idx="18" type="body"/>
          </p:nvPr>
        </p:nvSpPr>
        <p:spPr>
          <a:xfrm>
            <a:off x="6821675" y="3851275"/>
            <a:ext cx="2066400" cy="775800"/>
          </a:xfrm>
          <a:prstGeom prst="rect">
            <a:avLst/>
          </a:prstGeom>
          <a:noFill/>
          <a:ln>
            <a:noFill/>
          </a:ln>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8" name="Google Shape;278;p32"/>
          <p:cNvSpPr txBox="1"/>
          <p:nvPr>
            <p:ph idx="19" type="body"/>
          </p:nvPr>
        </p:nvSpPr>
        <p:spPr>
          <a:xfrm>
            <a:off x="4629100" y="3851275"/>
            <a:ext cx="2085000" cy="775800"/>
          </a:xfrm>
          <a:prstGeom prst="rect">
            <a:avLst/>
          </a:prstGeom>
          <a:noFill/>
          <a:ln>
            <a:noFill/>
          </a:ln>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279" name="Google Shape;279;p32"/>
          <p:cNvSpPr txBox="1"/>
          <p:nvPr>
            <p:ph idx="20" type="subTitle"/>
          </p:nvPr>
        </p:nvSpPr>
        <p:spPr>
          <a:xfrm>
            <a:off x="7657750" y="256025"/>
            <a:ext cx="1230300" cy="275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1_1_1_1_1_1_1_1_1_1_1">
    <p:bg>
      <p:bgPr>
        <a:solidFill>
          <a:schemeClr val="dk2"/>
        </a:solidFill>
      </p:bgPr>
    </p:bg>
    <p:spTree>
      <p:nvGrpSpPr>
        <p:cNvPr id="280" name="Shape 280"/>
        <p:cNvGrpSpPr/>
        <p:nvPr/>
      </p:nvGrpSpPr>
      <p:grpSpPr>
        <a:xfrm>
          <a:off x="0" y="0"/>
          <a:ext cx="0" cy="0"/>
          <a:chOff x="0" y="0"/>
          <a:chExt cx="0" cy="0"/>
        </a:xfrm>
      </p:grpSpPr>
      <p:sp>
        <p:nvSpPr>
          <p:cNvPr id="281" name="Google Shape;281;p33"/>
          <p:cNvSpPr/>
          <p:nvPr/>
        </p:nvSpPr>
        <p:spPr>
          <a:xfrm>
            <a:off x="0" y="1182000"/>
            <a:ext cx="1873200" cy="3060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82" name="Google Shape;282;p33"/>
          <p:cNvSpPr/>
          <p:nvPr/>
        </p:nvSpPr>
        <p:spPr>
          <a:xfrm>
            <a:off x="0" y="1182000"/>
            <a:ext cx="1873200" cy="1873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83" name="Google Shape;283;p33"/>
          <p:cNvSpPr/>
          <p:nvPr/>
        </p:nvSpPr>
        <p:spPr>
          <a:xfrm>
            <a:off x="0" y="1182000"/>
            <a:ext cx="1873200" cy="683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84" name="Google Shape;284;p33"/>
          <p:cNvSpPr/>
          <p:nvPr/>
        </p:nvSpPr>
        <p:spPr>
          <a:xfrm>
            <a:off x="0" y="0"/>
            <a:ext cx="1873200" cy="118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85" name="Google Shape;285;p33"/>
          <p:cNvSpPr/>
          <p:nvPr/>
        </p:nvSpPr>
        <p:spPr>
          <a:xfrm>
            <a:off x="806250" y="1052675"/>
            <a:ext cx="260700" cy="2607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286" name="Google Shape;286;p33"/>
          <p:cNvSpPr/>
          <p:nvPr/>
        </p:nvSpPr>
        <p:spPr>
          <a:xfrm>
            <a:off x="0" y="4246550"/>
            <a:ext cx="9144000" cy="901200"/>
          </a:xfrm>
          <a:prstGeom prst="rect">
            <a:avLst/>
          </a:prstGeom>
          <a:gradFill>
            <a:gsLst>
              <a:gs pos="0">
                <a:schemeClr val="dk1"/>
              </a:gs>
              <a:gs pos="72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cxnSp>
        <p:nvCxnSpPr>
          <p:cNvPr id="287" name="Google Shape;287;p33"/>
          <p:cNvCxnSpPr/>
          <p:nvPr/>
        </p:nvCxnSpPr>
        <p:spPr>
          <a:xfrm>
            <a:off x="0" y="4244425"/>
            <a:ext cx="9144000" cy="0"/>
          </a:xfrm>
          <a:prstGeom prst="straightConnector1">
            <a:avLst/>
          </a:prstGeom>
          <a:noFill/>
          <a:ln cap="flat" cmpd="sng" w="9525">
            <a:solidFill>
              <a:schemeClr val="dk1"/>
            </a:solidFill>
            <a:prstDash val="solid"/>
            <a:round/>
            <a:headEnd len="sm" w="sm" type="none"/>
            <a:tailEnd len="sm" w="sm" type="none"/>
          </a:ln>
        </p:spPr>
      </p:cxnSp>
      <p:cxnSp>
        <p:nvCxnSpPr>
          <p:cNvPr id="288" name="Google Shape;288;p33"/>
          <p:cNvCxnSpPr/>
          <p:nvPr/>
        </p:nvCxnSpPr>
        <p:spPr>
          <a:xfrm>
            <a:off x="1873325" y="0"/>
            <a:ext cx="0" cy="4242300"/>
          </a:xfrm>
          <a:prstGeom prst="straightConnector1">
            <a:avLst/>
          </a:prstGeom>
          <a:noFill/>
          <a:ln cap="flat" cmpd="sng" w="9525">
            <a:solidFill>
              <a:schemeClr val="dk1"/>
            </a:solidFill>
            <a:prstDash val="solid"/>
            <a:round/>
            <a:headEnd len="sm" w="sm" type="none"/>
            <a:tailEnd len="sm" w="sm" type="none"/>
          </a:ln>
        </p:spPr>
      </p:cxnSp>
      <p:sp>
        <p:nvSpPr>
          <p:cNvPr id="289" name="Google Shape;289;p33"/>
          <p:cNvSpPr txBox="1"/>
          <p:nvPr>
            <p:ph type="title"/>
          </p:nvPr>
        </p:nvSpPr>
        <p:spPr>
          <a:xfrm>
            <a:off x="2322425" y="602225"/>
            <a:ext cx="6565800" cy="642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p:txBody>
      </p:sp>
      <p:sp>
        <p:nvSpPr>
          <p:cNvPr id="290" name="Google Shape;290;p33"/>
          <p:cNvSpPr txBox="1"/>
          <p:nvPr>
            <p:ph idx="2" type="title"/>
          </p:nvPr>
        </p:nvSpPr>
        <p:spPr>
          <a:xfrm>
            <a:off x="2322425" y="1389575"/>
            <a:ext cx="6565800" cy="59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9600"/>
              <a:buFont typeface="Source Serif 4"/>
              <a:buNone/>
              <a:defRPr sz="9600"/>
            </a:lvl1pPr>
            <a:lvl2pPr lvl="1" algn="l">
              <a:lnSpc>
                <a:spcPct val="100000"/>
              </a:lnSpc>
              <a:spcBef>
                <a:spcPts val="0"/>
              </a:spcBef>
              <a:spcAft>
                <a:spcPts val="0"/>
              </a:spcAft>
              <a:buClr>
                <a:schemeClr val="dk1"/>
              </a:buClr>
              <a:buSzPts val="9600"/>
              <a:buFont typeface="Source Serif 4"/>
              <a:buNone/>
              <a:defRPr sz="9600"/>
            </a:lvl2pPr>
            <a:lvl3pPr lvl="2" algn="l">
              <a:lnSpc>
                <a:spcPct val="100000"/>
              </a:lnSpc>
              <a:spcBef>
                <a:spcPts val="0"/>
              </a:spcBef>
              <a:spcAft>
                <a:spcPts val="0"/>
              </a:spcAft>
              <a:buClr>
                <a:schemeClr val="dk1"/>
              </a:buClr>
              <a:buSzPts val="9600"/>
              <a:buFont typeface="Source Serif 4"/>
              <a:buNone/>
              <a:defRPr sz="9600"/>
            </a:lvl3pPr>
            <a:lvl4pPr lvl="3" algn="l">
              <a:lnSpc>
                <a:spcPct val="100000"/>
              </a:lnSpc>
              <a:spcBef>
                <a:spcPts val="0"/>
              </a:spcBef>
              <a:spcAft>
                <a:spcPts val="0"/>
              </a:spcAft>
              <a:buClr>
                <a:schemeClr val="dk1"/>
              </a:buClr>
              <a:buSzPts val="9600"/>
              <a:buFont typeface="Source Serif 4"/>
              <a:buNone/>
              <a:defRPr sz="9600"/>
            </a:lvl4pPr>
            <a:lvl5pPr lvl="4" algn="l">
              <a:lnSpc>
                <a:spcPct val="100000"/>
              </a:lnSpc>
              <a:spcBef>
                <a:spcPts val="0"/>
              </a:spcBef>
              <a:spcAft>
                <a:spcPts val="0"/>
              </a:spcAft>
              <a:buClr>
                <a:schemeClr val="dk1"/>
              </a:buClr>
              <a:buSzPts val="9600"/>
              <a:buFont typeface="Source Serif 4"/>
              <a:buNone/>
              <a:defRPr sz="9600"/>
            </a:lvl5pPr>
            <a:lvl6pPr lvl="5" algn="l">
              <a:lnSpc>
                <a:spcPct val="100000"/>
              </a:lnSpc>
              <a:spcBef>
                <a:spcPts val="0"/>
              </a:spcBef>
              <a:spcAft>
                <a:spcPts val="0"/>
              </a:spcAft>
              <a:buClr>
                <a:schemeClr val="dk1"/>
              </a:buClr>
              <a:buSzPts val="9600"/>
              <a:buFont typeface="Source Serif 4"/>
              <a:buNone/>
              <a:defRPr sz="9600"/>
            </a:lvl6pPr>
            <a:lvl7pPr lvl="6" algn="l">
              <a:lnSpc>
                <a:spcPct val="100000"/>
              </a:lnSpc>
              <a:spcBef>
                <a:spcPts val="0"/>
              </a:spcBef>
              <a:spcAft>
                <a:spcPts val="0"/>
              </a:spcAft>
              <a:buClr>
                <a:schemeClr val="dk1"/>
              </a:buClr>
              <a:buSzPts val="9600"/>
              <a:buFont typeface="Source Serif 4"/>
              <a:buNone/>
              <a:defRPr sz="9600"/>
            </a:lvl7pPr>
            <a:lvl8pPr lvl="7" algn="l">
              <a:lnSpc>
                <a:spcPct val="100000"/>
              </a:lnSpc>
              <a:spcBef>
                <a:spcPts val="0"/>
              </a:spcBef>
              <a:spcAft>
                <a:spcPts val="0"/>
              </a:spcAft>
              <a:buClr>
                <a:schemeClr val="dk1"/>
              </a:buClr>
              <a:buSzPts val="9600"/>
              <a:buFont typeface="Source Serif 4"/>
              <a:buNone/>
              <a:defRPr sz="9600"/>
            </a:lvl8pPr>
            <a:lvl9pPr lvl="8" algn="l">
              <a:lnSpc>
                <a:spcPct val="100000"/>
              </a:lnSpc>
              <a:spcBef>
                <a:spcPts val="0"/>
              </a:spcBef>
              <a:spcAft>
                <a:spcPts val="0"/>
              </a:spcAft>
              <a:buClr>
                <a:schemeClr val="dk1"/>
              </a:buClr>
              <a:buSzPts val="9600"/>
              <a:buFont typeface="Source Serif 4"/>
              <a:buNone/>
              <a:defRPr sz="9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1" name="Shape 291"/>
        <p:cNvGrpSpPr/>
        <p:nvPr/>
      </p:nvGrpSpPr>
      <p:grpSpPr>
        <a:xfrm>
          <a:off x="0" y="0"/>
          <a:ext cx="0" cy="0"/>
          <a:chOff x="0" y="0"/>
          <a:chExt cx="0" cy="0"/>
        </a:xfrm>
      </p:grpSpPr>
      <p:sp>
        <p:nvSpPr>
          <p:cNvPr id="292" name="Google Shape;292;p3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93" name="Google Shape;293;p34"/>
          <p:cNvSpPr txBox="1"/>
          <p:nvPr>
            <p:ph idx="1" type="subTitle"/>
          </p:nvPr>
        </p:nvSpPr>
        <p:spPr>
          <a:xfrm>
            <a:off x="311700" y="2834125"/>
            <a:ext cx="8520600" cy="7926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4" name="Shape 294"/>
        <p:cNvGrpSpPr/>
        <p:nvPr/>
      </p:nvGrpSpPr>
      <p:grpSpPr>
        <a:xfrm>
          <a:off x="0" y="0"/>
          <a:ext cx="0" cy="0"/>
          <a:chOff x="0" y="0"/>
          <a:chExt cx="0" cy="0"/>
        </a:xfrm>
      </p:grpSpPr>
      <p:sp>
        <p:nvSpPr>
          <p:cNvPr id="295" name="Google Shape;295;p3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6" name="Shape 296"/>
        <p:cNvGrpSpPr/>
        <p:nvPr/>
      </p:nvGrpSpPr>
      <p:grpSpPr>
        <a:xfrm>
          <a:off x="0" y="0"/>
          <a:ext cx="0" cy="0"/>
          <a:chOff x="0" y="0"/>
          <a:chExt cx="0" cy="0"/>
        </a:xfrm>
      </p:grpSpPr>
      <p:sp>
        <p:nvSpPr>
          <p:cNvPr id="297" name="Google Shape;297;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298" name="Google Shape;298;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99" name="Shape 299"/>
        <p:cNvGrpSpPr/>
        <p:nvPr/>
      </p:nvGrpSpPr>
      <p:grpSpPr>
        <a:xfrm>
          <a:off x="0" y="0"/>
          <a:ext cx="0" cy="0"/>
          <a:chOff x="0" y="0"/>
          <a:chExt cx="0" cy="0"/>
        </a:xfrm>
      </p:grpSpPr>
      <p:sp>
        <p:nvSpPr>
          <p:cNvPr id="300" name="Google Shape;300;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301" name="Google Shape;301;p3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2" name="Google Shape;302;p3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3" name="Shape 303"/>
        <p:cNvGrpSpPr/>
        <p:nvPr/>
      </p:nvGrpSpPr>
      <p:grpSpPr>
        <a:xfrm>
          <a:off x="0" y="0"/>
          <a:ext cx="0" cy="0"/>
          <a:chOff x="0" y="0"/>
          <a:chExt cx="0" cy="0"/>
        </a:xfrm>
      </p:grpSpPr>
      <p:sp>
        <p:nvSpPr>
          <p:cNvPr id="304" name="Google Shape;304;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7" name="Google Shape;307;p3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08" name="Shape 308"/>
        <p:cNvGrpSpPr/>
        <p:nvPr/>
      </p:nvGrpSpPr>
      <p:grpSpPr>
        <a:xfrm>
          <a:off x="0" y="0"/>
          <a:ext cx="0" cy="0"/>
          <a:chOff x="0" y="0"/>
          <a:chExt cx="0" cy="0"/>
        </a:xfrm>
      </p:grpSpPr>
      <p:sp>
        <p:nvSpPr>
          <p:cNvPr id="309" name="Google Shape;309;p4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0" name="Shape 310"/>
        <p:cNvGrpSpPr/>
        <p:nvPr/>
      </p:nvGrpSpPr>
      <p:grpSpPr>
        <a:xfrm>
          <a:off x="0" y="0"/>
          <a:ext cx="0" cy="0"/>
          <a:chOff x="0" y="0"/>
          <a:chExt cx="0" cy="0"/>
        </a:xfrm>
      </p:grpSpPr>
      <p:sp>
        <p:nvSpPr>
          <p:cNvPr id="311" name="Google Shape;311;p4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12" name="Google Shape;312;p41"/>
          <p:cNvSpPr txBox="1"/>
          <p:nvPr>
            <p:ph idx="1" type="subTitle"/>
          </p:nvPr>
        </p:nvSpPr>
        <p:spPr>
          <a:xfrm>
            <a:off x="265500" y="2803075"/>
            <a:ext cx="4045200" cy="12351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313" name="Google Shape;313;p4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4" name="Shape 314"/>
        <p:cNvGrpSpPr/>
        <p:nvPr/>
      </p:nvGrpSpPr>
      <p:grpSpPr>
        <a:xfrm>
          <a:off x="0" y="0"/>
          <a:ext cx="0" cy="0"/>
          <a:chOff x="0" y="0"/>
          <a:chExt cx="0" cy="0"/>
        </a:xfrm>
      </p:grpSpPr>
      <p:sp>
        <p:nvSpPr>
          <p:cNvPr id="315" name="Google Shape;315;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900"/>
              <a:buNone/>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6" name="Shape 316"/>
        <p:cNvGrpSpPr/>
        <p:nvPr/>
      </p:nvGrpSpPr>
      <p:grpSpPr>
        <a:xfrm>
          <a:off x="0" y="0"/>
          <a:ext cx="0" cy="0"/>
          <a:chOff x="0" y="0"/>
          <a:chExt cx="0" cy="0"/>
        </a:xfrm>
      </p:grpSpPr>
      <p:sp>
        <p:nvSpPr>
          <p:cNvPr id="317" name="Google Shape;317;p43"/>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318" name="Google Shape;318;p4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85750" lvl="0" marL="457200" algn="ctr">
              <a:lnSpc>
                <a:spcPct val="115000"/>
              </a:lnSpc>
              <a:spcBef>
                <a:spcPts val="0"/>
              </a:spcBef>
              <a:spcAft>
                <a:spcPts val="0"/>
              </a:spcAft>
              <a:buSzPts val="900"/>
              <a:buChar char="●"/>
              <a:defRPr/>
            </a:lvl1pPr>
            <a:lvl2pPr indent="-285750" lvl="1" marL="914400" algn="ctr">
              <a:lnSpc>
                <a:spcPct val="115000"/>
              </a:lnSpc>
              <a:spcBef>
                <a:spcPts val="0"/>
              </a:spcBef>
              <a:spcAft>
                <a:spcPts val="0"/>
              </a:spcAft>
              <a:buSzPts val="900"/>
              <a:buChar char="○"/>
              <a:defRPr/>
            </a:lvl2pPr>
            <a:lvl3pPr indent="-285750" lvl="2" marL="1371600" algn="ctr">
              <a:lnSpc>
                <a:spcPct val="115000"/>
              </a:lnSpc>
              <a:spcBef>
                <a:spcPts val="0"/>
              </a:spcBef>
              <a:spcAft>
                <a:spcPts val="0"/>
              </a:spcAft>
              <a:buSzPts val="900"/>
              <a:buChar char="■"/>
              <a:defRPr/>
            </a:lvl3pPr>
            <a:lvl4pPr indent="-285750" lvl="3" marL="1828800" algn="ctr">
              <a:lnSpc>
                <a:spcPct val="115000"/>
              </a:lnSpc>
              <a:spcBef>
                <a:spcPts val="0"/>
              </a:spcBef>
              <a:spcAft>
                <a:spcPts val="0"/>
              </a:spcAft>
              <a:buSzPts val="900"/>
              <a:buChar char="●"/>
              <a:defRPr/>
            </a:lvl4pPr>
            <a:lvl5pPr indent="-285750" lvl="4" marL="2286000" algn="ctr">
              <a:lnSpc>
                <a:spcPct val="115000"/>
              </a:lnSpc>
              <a:spcBef>
                <a:spcPts val="0"/>
              </a:spcBef>
              <a:spcAft>
                <a:spcPts val="0"/>
              </a:spcAft>
              <a:buSzPts val="900"/>
              <a:buChar char="○"/>
              <a:defRPr/>
            </a:lvl5pPr>
            <a:lvl6pPr indent="-285750" lvl="5" marL="2743200" algn="ctr">
              <a:lnSpc>
                <a:spcPct val="115000"/>
              </a:lnSpc>
              <a:spcBef>
                <a:spcPts val="0"/>
              </a:spcBef>
              <a:spcAft>
                <a:spcPts val="0"/>
              </a:spcAft>
              <a:buSzPts val="900"/>
              <a:buChar char="■"/>
              <a:defRPr/>
            </a:lvl6pPr>
            <a:lvl7pPr indent="-285750" lvl="6" marL="3200400" algn="ctr">
              <a:lnSpc>
                <a:spcPct val="115000"/>
              </a:lnSpc>
              <a:spcBef>
                <a:spcPts val="0"/>
              </a:spcBef>
              <a:spcAft>
                <a:spcPts val="0"/>
              </a:spcAft>
              <a:buSzPts val="900"/>
              <a:buChar char="●"/>
              <a:defRPr/>
            </a:lvl7pPr>
            <a:lvl8pPr indent="-285750" lvl="7" marL="3657600" algn="ctr">
              <a:lnSpc>
                <a:spcPct val="115000"/>
              </a:lnSpc>
              <a:spcBef>
                <a:spcPts val="0"/>
              </a:spcBef>
              <a:spcAft>
                <a:spcPts val="0"/>
              </a:spcAft>
              <a:buSzPts val="900"/>
              <a:buChar char="○"/>
              <a:defRPr/>
            </a:lvl8pPr>
            <a:lvl9pPr indent="-285750" lvl="8" marL="4114800" algn="ctr">
              <a:lnSpc>
                <a:spcPct val="115000"/>
              </a:lnSpc>
              <a:spcBef>
                <a:spcPts val="0"/>
              </a:spcBef>
              <a:spcAft>
                <a:spcPts val="0"/>
              </a:spcAft>
              <a:buSzPts val="9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19" name="Shape 319"/>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0" name="Shape 320"/>
        <p:cNvGrpSpPr/>
        <p:nvPr/>
      </p:nvGrpSpPr>
      <p:grpSpPr>
        <a:xfrm>
          <a:off x="0" y="0"/>
          <a:ext cx="0" cy="0"/>
          <a:chOff x="0" y="0"/>
          <a:chExt cx="0" cy="0"/>
        </a:xfrm>
      </p:grpSpPr>
      <p:sp>
        <p:nvSpPr>
          <p:cNvPr id="321" name="Google Shape;321;p45"/>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322" name="Google Shape;322;p45"/>
          <p:cNvSpPr txBox="1"/>
          <p:nvPr>
            <p:ph idx="1" type="subTitle"/>
          </p:nvPr>
        </p:nvSpPr>
        <p:spPr>
          <a:xfrm>
            <a:off x="4406650" y="393750"/>
            <a:ext cx="44097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3" name="Google Shape;323;p45"/>
          <p:cNvSpPr txBox="1"/>
          <p:nvPr>
            <p:ph idx="2" type="subTitle"/>
          </p:nvPr>
        </p:nvSpPr>
        <p:spPr>
          <a:xfrm>
            <a:off x="4406650" y="1151705"/>
            <a:ext cx="44097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4" name="Google Shape;324;p45"/>
          <p:cNvSpPr txBox="1"/>
          <p:nvPr>
            <p:ph idx="3" type="subTitle"/>
          </p:nvPr>
        </p:nvSpPr>
        <p:spPr>
          <a:xfrm>
            <a:off x="4406650" y="3425570"/>
            <a:ext cx="44097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5" name="Google Shape;325;p45"/>
          <p:cNvSpPr txBox="1"/>
          <p:nvPr>
            <p:ph idx="4" type="subTitle"/>
          </p:nvPr>
        </p:nvSpPr>
        <p:spPr>
          <a:xfrm>
            <a:off x="4406650" y="1909660"/>
            <a:ext cx="44097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6" name="Google Shape;326;p45"/>
          <p:cNvSpPr txBox="1"/>
          <p:nvPr>
            <p:ph idx="5" type="subTitle"/>
          </p:nvPr>
        </p:nvSpPr>
        <p:spPr>
          <a:xfrm>
            <a:off x="4406650" y="4183525"/>
            <a:ext cx="44097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27" name="Google Shape;327;p45"/>
          <p:cNvSpPr txBox="1"/>
          <p:nvPr>
            <p:ph idx="6" type="subTitle"/>
          </p:nvPr>
        </p:nvSpPr>
        <p:spPr>
          <a:xfrm>
            <a:off x="4406650" y="2667615"/>
            <a:ext cx="44097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28" name="Shape 328"/>
        <p:cNvGrpSpPr/>
        <p:nvPr/>
      </p:nvGrpSpPr>
      <p:grpSpPr>
        <a:xfrm>
          <a:off x="0" y="0"/>
          <a:ext cx="0" cy="0"/>
          <a:chOff x="0" y="0"/>
          <a:chExt cx="0" cy="0"/>
        </a:xfrm>
      </p:grpSpPr>
      <p:sp>
        <p:nvSpPr>
          <p:cNvPr id="329" name="Google Shape;329;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330" name="Google Shape;330;p46"/>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31" name="Google Shape;331;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2" name="Shape 332"/>
        <p:cNvGrpSpPr/>
        <p:nvPr/>
      </p:nvGrpSpPr>
      <p:grpSpPr>
        <a:xfrm>
          <a:off x="0" y="0"/>
          <a:ext cx="0" cy="0"/>
          <a:chOff x="0" y="0"/>
          <a:chExt cx="0" cy="0"/>
        </a:xfrm>
      </p:grpSpPr>
      <p:sp>
        <p:nvSpPr>
          <p:cNvPr id="333" name="Google Shape;333;p47"/>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4" name="Google Shape;334;p47"/>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35" name="Google Shape;335;p47"/>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36" name="Google Shape;336;p47"/>
          <p:cNvSpPr txBox="1"/>
          <p:nvPr>
            <p:ph idx="3" type="subTitle"/>
          </p:nvPr>
        </p:nvSpPr>
        <p:spPr>
          <a:xfrm>
            <a:off x="483150" y="1336161"/>
            <a:ext cx="36198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37" name="Google Shape;337;p47"/>
          <p:cNvSpPr txBox="1"/>
          <p:nvPr>
            <p:ph idx="4" type="subTitle"/>
          </p:nvPr>
        </p:nvSpPr>
        <p:spPr>
          <a:xfrm>
            <a:off x="5048000" y="1336161"/>
            <a:ext cx="3619800" cy="54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38" name="Shape 338"/>
        <p:cNvGrpSpPr/>
        <p:nvPr/>
      </p:nvGrpSpPr>
      <p:grpSpPr>
        <a:xfrm>
          <a:off x="0" y="0"/>
          <a:ext cx="0" cy="0"/>
          <a:chOff x="0" y="0"/>
          <a:chExt cx="0" cy="0"/>
        </a:xfrm>
      </p:grpSpPr>
      <p:sp>
        <p:nvSpPr>
          <p:cNvPr id="339" name="Google Shape;339;p48"/>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40" name="Google Shape;340;p48"/>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41" name="Google Shape;341;p48"/>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42" name="Google Shape;342;p48"/>
          <p:cNvSpPr txBox="1"/>
          <p:nvPr>
            <p:ph idx="3" type="subTitle"/>
          </p:nvPr>
        </p:nvSpPr>
        <p:spPr>
          <a:xfrm>
            <a:off x="483175" y="1336150"/>
            <a:ext cx="2455500" cy="778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43" name="Google Shape;343;p48"/>
          <p:cNvSpPr txBox="1"/>
          <p:nvPr>
            <p:ph idx="4" type="subTitle"/>
          </p:nvPr>
        </p:nvSpPr>
        <p:spPr>
          <a:xfrm>
            <a:off x="3347725" y="1336150"/>
            <a:ext cx="2455500" cy="778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44" name="Google Shape;344;p48"/>
          <p:cNvSpPr txBox="1"/>
          <p:nvPr>
            <p:ph idx="5" type="subTitle"/>
          </p:nvPr>
        </p:nvSpPr>
        <p:spPr>
          <a:xfrm>
            <a:off x="6212275" y="1336150"/>
            <a:ext cx="2455500" cy="778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45" name="Google Shape;345;p48"/>
          <p:cNvSpPr txBox="1"/>
          <p:nvPr>
            <p:ph idx="6" type="body"/>
          </p:nvPr>
        </p:nvSpPr>
        <p:spPr>
          <a:xfrm>
            <a:off x="6212275" y="2417500"/>
            <a:ext cx="2455500" cy="2373600"/>
          </a:xfrm>
          <a:prstGeom prst="rect">
            <a:avLst/>
          </a:prstGeom>
          <a:noFill/>
          <a:ln>
            <a:noFill/>
          </a:ln>
        </p:spPr>
        <p:txBody>
          <a:bodyPr anchorCtr="0" anchor="t" bIns="0" lIns="0" spcFirstLastPara="1" rIns="0" wrap="square" tIns="0">
            <a:sp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6" name="Shape 346"/>
        <p:cNvGrpSpPr/>
        <p:nvPr/>
      </p:nvGrpSpPr>
      <p:grpSpPr>
        <a:xfrm>
          <a:off x="0" y="0"/>
          <a:ext cx="0" cy="0"/>
          <a:chOff x="0" y="0"/>
          <a:chExt cx="0" cy="0"/>
        </a:xfrm>
      </p:grpSpPr>
      <p:sp>
        <p:nvSpPr>
          <p:cNvPr id="347" name="Google Shape;347;p49"/>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48" name="Google Shape;348;p49"/>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49" name="Google Shape;349;p49"/>
          <p:cNvSpPr txBox="1"/>
          <p:nvPr>
            <p:ph idx="3" type="body"/>
          </p:nvPr>
        </p:nvSpPr>
        <p:spPr>
          <a:xfrm>
            <a:off x="366750" y="3648575"/>
            <a:ext cx="3838500" cy="1138500"/>
          </a:xfrm>
          <a:prstGeom prst="rect">
            <a:avLst/>
          </a:prstGeom>
          <a:noFill/>
          <a:ln>
            <a:noFill/>
          </a:ln>
        </p:spPr>
        <p:txBody>
          <a:bodyPr anchorCtr="0" anchor="t" bIns="0" lIns="0" spcFirstLastPara="1" rIns="0" wrap="square" tIns="0">
            <a:spAutoFit/>
          </a:bodyPr>
          <a:lstStyle>
            <a:lvl1pPr indent="-317500" lvl="0" marL="457200" algn="l">
              <a:lnSpc>
                <a:spcPct val="115000"/>
              </a:lnSpc>
              <a:spcBef>
                <a:spcPts val="0"/>
              </a:spcBef>
              <a:spcAft>
                <a:spcPts val="0"/>
              </a:spcAft>
              <a:buSzPts val="1400"/>
              <a:buChar char="●"/>
              <a:defRPr sz="1400"/>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50" name="Google Shape;350;p49"/>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285750" lvl="1" marL="914400" algn="l">
              <a:lnSpc>
                <a:spcPct val="115000"/>
              </a:lnSpc>
              <a:spcBef>
                <a:spcPts val="0"/>
              </a:spcBef>
              <a:spcAft>
                <a:spcPts val="0"/>
              </a:spcAft>
              <a:buSzPts val="900"/>
              <a:buChar char="○"/>
              <a:defRPr/>
            </a:lvl2pPr>
            <a:lvl3pPr indent="-285750" lvl="2" marL="1371600" algn="l">
              <a:lnSpc>
                <a:spcPct val="115000"/>
              </a:lnSpc>
              <a:spcBef>
                <a:spcPts val="0"/>
              </a:spcBef>
              <a:spcAft>
                <a:spcPts val="0"/>
              </a:spcAft>
              <a:buSzPts val="900"/>
              <a:buChar char="■"/>
              <a:defRPr/>
            </a:lvl3pPr>
            <a:lvl4pPr indent="-285750" lvl="3" marL="1828800" algn="l">
              <a:lnSpc>
                <a:spcPct val="115000"/>
              </a:lnSpc>
              <a:spcBef>
                <a:spcPts val="0"/>
              </a:spcBef>
              <a:spcAft>
                <a:spcPts val="0"/>
              </a:spcAft>
              <a:buSzPts val="900"/>
              <a:buChar char="●"/>
              <a:defRPr/>
            </a:lvl4pPr>
            <a:lvl5pPr indent="-285750" lvl="4" marL="2286000" algn="l">
              <a:lnSpc>
                <a:spcPct val="115000"/>
              </a:lnSpc>
              <a:spcBef>
                <a:spcPts val="0"/>
              </a:spcBef>
              <a:spcAft>
                <a:spcPts val="0"/>
              </a:spcAft>
              <a:buSzPts val="900"/>
              <a:buChar char="○"/>
              <a:defRPr/>
            </a:lvl5pPr>
            <a:lvl6pPr indent="-285750" lvl="5" marL="2743200" algn="l">
              <a:lnSpc>
                <a:spcPct val="115000"/>
              </a:lnSpc>
              <a:spcBef>
                <a:spcPts val="0"/>
              </a:spcBef>
              <a:spcAft>
                <a:spcPts val="0"/>
              </a:spcAft>
              <a:buSzPts val="900"/>
              <a:buChar char="■"/>
              <a:defRPr/>
            </a:lvl6pPr>
            <a:lvl7pPr indent="-285750" lvl="6" marL="3200400" algn="l">
              <a:lnSpc>
                <a:spcPct val="115000"/>
              </a:lnSpc>
              <a:spcBef>
                <a:spcPts val="0"/>
              </a:spcBef>
              <a:spcAft>
                <a:spcPts val="0"/>
              </a:spcAft>
              <a:buSzPts val="900"/>
              <a:buChar char="●"/>
              <a:defRPr/>
            </a:lvl7pPr>
            <a:lvl8pPr indent="-285750" lvl="7" marL="3657600" algn="l">
              <a:lnSpc>
                <a:spcPct val="115000"/>
              </a:lnSpc>
              <a:spcBef>
                <a:spcPts val="0"/>
              </a:spcBef>
              <a:spcAft>
                <a:spcPts val="0"/>
              </a:spcAft>
              <a:buSzPts val="900"/>
              <a:buChar char="○"/>
              <a:defRPr/>
            </a:lvl8pPr>
            <a:lvl9pPr indent="-285750" lvl="8" marL="4114800" algn="l">
              <a:lnSpc>
                <a:spcPct val="115000"/>
              </a:lnSpc>
              <a:spcBef>
                <a:spcPts val="0"/>
              </a:spcBef>
              <a:spcAft>
                <a:spcPts val="0"/>
              </a:spcAft>
              <a:buSzPts val="900"/>
              <a:buChar char="■"/>
              <a:defRPr/>
            </a:lvl9pPr>
          </a:lstStyle>
          <a:p/>
        </p:txBody>
      </p:sp>
      <p:sp>
        <p:nvSpPr>
          <p:cNvPr id="351" name="Google Shape;351;p49"/>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2" name="Google Shape;352;p49"/>
          <p:cNvSpPr txBox="1"/>
          <p:nvPr>
            <p:ph idx="5" type="subTitle"/>
          </p:nvPr>
        </p:nvSpPr>
        <p:spPr>
          <a:xfrm>
            <a:off x="366763" y="1277907"/>
            <a:ext cx="38385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53" name="Google Shape;353;p49"/>
          <p:cNvSpPr txBox="1"/>
          <p:nvPr>
            <p:ph idx="6" type="subTitle"/>
          </p:nvPr>
        </p:nvSpPr>
        <p:spPr>
          <a:xfrm>
            <a:off x="4938738" y="1277907"/>
            <a:ext cx="38385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54" name="Google Shape;354;p49"/>
          <p:cNvSpPr txBox="1"/>
          <p:nvPr>
            <p:ph idx="7" type="subTitle"/>
          </p:nvPr>
        </p:nvSpPr>
        <p:spPr>
          <a:xfrm>
            <a:off x="4938761" y="3167363"/>
            <a:ext cx="38385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55" name="Google Shape;355;p49"/>
          <p:cNvSpPr txBox="1"/>
          <p:nvPr>
            <p:ph idx="8" type="subTitle"/>
          </p:nvPr>
        </p:nvSpPr>
        <p:spPr>
          <a:xfrm>
            <a:off x="366750" y="3167363"/>
            <a:ext cx="38385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6" name="Shape 356"/>
        <p:cNvGrpSpPr/>
        <p:nvPr/>
      </p:nvGrpSpPr>
      <p:grpSpPr>
        <a:xfrm>
          <a:off x="0" y="0"/>
          <a:ext cx="0" cy="0"/>
          <a:chOff x="0" y="0"/>
          <a:chExt cx="0" cy="0"/>
        </a:xfrm>
      </p:grpSpPr>
      <p:sp>
        <p:nvSpPr>
          <p:cNvPr id="357" name="Google Shape;357;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358" name="Google Shape;358;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59" name="Shape 359"/>
        <p:cNvGrpSpPr/>
        <p:nvPr/>
      </p:nvGrpSpPr>
      <p:grpSpPr>
        <a:xfrm>
          <a:off x="0" y="0"/>
          <a:ext cx="0" cy="0"/>
          <a:chOff x="0" y="0"/>
          <a:chExt cx="0" cy="0"/>
        </a:xfrm>
      </p:grpSpPr>
      <p:sp>
        <p:nvSpPr>
          <p:cNvPr id="360" name="Google Shape;360;p51"/>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1" name="Google Shape;361;p51"/>
          <p:cNvSpPr/>
          <p:nvPr>
            <p:ph idx="2" type="pic"/>
          </p:nvPr>
        </p:nvSpPr>
        <p:spPr>
          <a:xfrm>
            <a:off x="4804825" y="1133300"/>
            <a:ext cx="4027500" cy="2392800"/>
          </a:xfrm>
          <a:prstGeom prst="rect">
            <a:avLst/>
          </a:prstGeom>
          <a:noFill/>
          <a:ln>
            <a:noFill/>
          </a:ln>
        </p:spPr>
      </p:sp>
      <p:sp>
        <p:nvSpPr>
          <p:cNvPr id="362" name="Google Shape;362;p51"/>
          <p:cNvSpPr/>
          <p:nvPr>
            <p:ph idx="3" type="pic"/>
          </p:nvPr>
        </p:nvSpPr>
        <p:spPr>
          <a:xfrm>
            <a:off x="311725" y="1133300"/>
            <a:ext cx="4027500" cy="2392800"/>
          </a:xfrm>
          <a:prstGeom prst="rect">
            <a:avLst/>
          </a:prstGeom>
          <a:noFill/>
          <a:ln>
            <a:noFill/>
          </a:ln>
        </p:spPr>
      </p:sp>
      <p:sp>
        <p:nvSpPr>
          <p:cNvPr id="363" name="Google Shape;363;p51"/>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4" name="Google Shape;364;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365" name="Google Shape;365;p51"/>
          <p:cNvSpPr txBox="1"/>
          <p:nvPr>
            <p:ph idx="5" type="subTitle"/>
          </p:nvPr>
        </p:nvSpPr>
        <p:spPr>
          <a:xfrm>
            <a:off x="311725" y="3582900"/>
            <a:ext cx="40275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66" name="Google Shape;366;p51"/>
          <p:cNvSpPr txBox="1"/>
          <p:nvPr>
            <p:ph idx="6" type="subTitle"/>
          </p:nvPr>
        </p:nvSpPr>
        <p:spPr>
          <a:xfrm>
            <a:off x="4804825" y="3582900"/>
            <a:ext cx="40275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7" name="Shape 367"/>
        <p:cNvGrpSpPr/>
        <p:nvPr/>
      </p:nvGrpSpPr>
      <p:grpSpPr>
        <a:xfrm>
          <a:off x="0" y="0"/>
          <a:ext cx="0" cy="0"/>
          <a:chOff x="0" y="0"/>
          <a:chExt cx="0" cy="0"/>
        </a:xfrm>
      </p:grpSpPr>
      <p:sp>
        <p:nvSpPr>
          <p:cNvPr id="368" name="Google Shape;368;p52"/>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9" name="Google Shape;369;p52"/>
          <p:cNvSpPr/>
          <p:nvPr>
            <p:ph idx="2" type="pic"/>
          </p:nvPr>
        </p:nvSpPr>
        <p:spPr>
          <a:xfrm>
            <a:off x="6205225" y="1128325"/>
            <a:ext cx="2627100" cy="2273100"/>
          </a:xfrm>
          <a:prstGeom prst="rect">
            <a:avLst/>
          </a:prstGeom>
          <a:noFill/>
          <a:ln>
            <a:noFill/>
          </a:ln>
        </p:spPr>
      </p:sp>
      <p:sp>
        <p:nvSpPr>
          <p:cNvPr id="370" name="Google Shape;370;p52"/>
          <p:cNvSpPr/>
          <p:nvPr>
            <p:ph idx="3" type="pic"/>
          </p:nvPr>
        </p:nvSpPr>
        <p:spPr>
          <a:xfrm>
            <a:off x="311725" y="1128325"/>
            <a:ext cx="2627100" cy="2273100"/>
          </a:xfrm>
          <a:prstGeom prst="rect">
            <a:avLst/>
          </a:prstGeom>
          <a:noFill/>
          <a:ln>
            <a:noFill/>
          </a:ln>
        </p:spPr>
      </p:sp>
      <p:sp>
        <p:nvSpPr>
          <p:cNvPr id="371" name="Google Shape;371;p52"/>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2" name="Google Shape;372;p52"/>
          <p:cNvSpPr/>
          <p:nvPr>
            <p:ph idx="5" type="pic"/>
          </p:nvPr>
        </p:nvSpPr>
        <p:spPr>
          <a:xfrm>
            <a:off x="3255250" y="1128325"/>
            <a:ext cx="2627100" cy="2273100"/>
          </a:xfrm>
          <a:prstGeom prst="rect">
            <a:avLst/>
          </a:prstGeom>
          <a:noFill/>
          <a:ln>
            <a:noFill/>
          </a:ln>
        </p:spPr>
      </p:sp>
      <p:sp>
        <p:nvSpPr>
          <p:cNvPr id="373" name="Google Shape;373;p52"/>
          <p:cNvSpPr txBox="1"/>
          <p:nvPr>
            <p:ph idx="6" type="body"/>
          </p:nvPr>
        </p:nvSpPr>
        <p:spPr>
          <a:xfrm>
            <a:off x="3255250" y="3911700"/>
            <a:ext cx="2627100" cy="1018500"/>
          </a:xfrm>
          <a:prstGeom prst="rect">
            <a:avLst/>
          </a:prstGeom>
          <a:noFill/>
          <a:ln>
            <a:noFill/>
          </a:ln>
        </p:spPr>
        <p:txBody>
          <a:bodyPr anchorCtr="0" anchor="t" bIns="0" lIns="0" spcFirstLastPara="1" rIns="0" wrap="square" tIns="0">
            <a:sp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4" name="Google Shape;374;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375" name="Google Shape;375;p52"/>
          <p:cNvSpPr txBox="1"/>
          <p:nvPr>
            <p:ph idx="7" type="subTitle"/>
          </p:nvPr>
        </p:nvSpPr>
        <p:spPr>
          <a:xfrm>
            <a:off x="311725" y="3430500"/>
            <a:ext cx="26271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76" name="Google Shape;376;p52"/>
          <p:cNvSpPr txBox="1"/>
          <p:nvPr>
            <p:ph idx="8" type="subTitle"/>
          </p:nvPr>
        </p:nvSpPr>
        <p:spPr>
          <a:xfrm>
            <a:off x="6205225" y="3430500"/>
            <a:ext cx="26271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377" name="Google Shape;377;p52"/>
          <p:cNvSpPr txBox="1"/>
          <p:nvPr>
            <p:ph idx="9" type="subTitle"/>
          </p:nvPr>
        </p:nvSpPr>
        <p:spPr>
          <a:xfrm>
            <a:off x="3255250" y="3430500"/>
            <a:ext cx="2627100" cy="48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78" name="Shape 378"/>
        <p:cNvGrpSpPr/>
        <p:nvPr/>
      </p:nvGrpSpPr>
      <p:grpSpPr>
        <a:xfrm>
          <a:off x="0" y="0"/>
          <a:ext cx="0" cy="0"/>
          <a:chOff x="0" y="0"/>
          <a:chExt cx="0" cy="0"/>
        </a:xfrm>
      </p:grpSpPr>
      <p:sp>
        <p:nvSpPr>
          <p:cNvPr id="379" name="Google Shape;379;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0" name="Shape 380"/>
        <p:cNvGrpSpPr/>
        <p:nvPr/>
      </p:nvGrpSpPr>
      <p:grpSpPr>
        <a:xfrm>
          <a:off x="0" y="0"/>
          <a:ext cx="0" cy="0"/>
          <a:chOff x="0" y="0"/>
          <a:chExt cx="0" cy="0"/>
        </a:xfrm>
      </p:grpSpPr>
      <p:sp>
        <p:nvSpPr>
          <p:cNvPr id="381" name="Google Shape;381;p54"/>
          <p:cNvSpPr/>
          <p:nvPr>
            <p:ph idx="2" type="pic"/>
          </p:nvPr>
        </p:nvSpPr>
        <p:spPr>
          <a:xfrm>
            <a:off x="3389600" y="118913"/>
            <a:ext cx="1643700" cy="1535100"/>
          </a:xfrm>
          <a:prstGeom prst="rect">
            <a:avLst/>
          </a:prstGeom>
          <a:noFill/>
          <a:ln>
            <a:noFill/>
          </a:ln>
        </p:spPr>
      </p:sp>
      <p:sp>
        <p:nvSpPr>
          <p:cNvPr id="382" name="Google Shape;382;p54"/>
          <p:cNvSpPr/>
          <p:nvPr>
            <p:ph idx="3" type="pic"/>
          </p:nvPr>
        </p:nvSpPr>
        <p:spPr>
          <a:xfrm>
            <a:off x="5195935" y="118913"/>
            <a:ext cx="1643700" cy="1535100"/>
          </a:xfrm>
          <a:prstGeom prst="rect">
            <a:avLst/>
          </a:prstGeom>
          <a:noFill/>
          <a:ln>
            <a:noFill/>
          </a:ln>
        </p:spPr>
      </p:sp>
      <p:sp>
        <p:nvSpPr>
          <p:cNvPr id="383" name="Google Shape;383;p54"/>
          <p:cNvSpPr/>
          <p:nvPr>
            <p:ph idx="4" type="pic"/>
          </p:nvPr>
        </p:nvSpPr>
        <p:spPr>
          <a:xfrm>
            <a:off x="7002270" y="118913"/>
            <a:ext cx="1643700" cy="1535100"/>
          </a:xfrm>
          <a:prstGeom prst="rect">
            <a:avLst/>
          </a:prstGeom>
          <a:noFill/>
          <a:ln>
            <a:noFill/>
          </a:ln>
        </p:spPr>
      </p:sp>
      <p:sp>
        <p:nvSpPr>
          <p:cNvPr id="384" name="Google Shape;384;p54"/>
          <p:cNvSpPr/>
          <p:nvPr>
            <p:ph idx="5" type="pic"/>
          </p:nvPr>
        </p:nvSpPr>
        <p:spPr>
          <a:xfrm>
            <a:off x="3389588" y="1804212"/>
            <a:ext cx="1643700" cy="1535100"/>
          </a:xfrm>
          <a:prstGeom prst="rect">
            <a:avLst/>
          </a:prstGeom>
          <a:noFill/>
          <a:ln>
            <a:noFill/>
          </a:ln>
        </p:spPr>
      </p:sp>
      <p:sp>
        <p:nvSpPr>
          <p:cNvPr id="385" name="Google Shape;385;p54"/>
          <p:cNvSpPr/>
          <p:nvPr>
            <p:ph idx="6" type="pic"/>
          </p:nvPr>
        </p:nvSpPr>
        <p:spPr>
          <a:xfrm>
            <a:off x="5195922" y="1804212"/>
            <a:ext cx="1643700" cy="1535100"/>
          </a:xfrm>
          <a:prstGeom prst="rect">
            <a:avLst/>
          </a:prstGeom>
          <a:noFill/>
          <a:ln>
            <a:noFill/>
          </a:ln>
        </p:spPr>
      </p:sp>
      <p:sp>
        <p:nvSpPr>
          <p:cNvPr id="386" name="Google Shape;386;p54"/>
          <p:cNvSpPr/>
          <p:nvPr>
            <p:ph idx="7" type="pic"/>
          </p:nvPr>
        </p:nvSpPr>
        <p:spPr>
          <a:xfrm>
            <a:off x="7002257" y="1804212"/>
            <a:ext cx="1643700" cy="1535100"/>
          </a:xfrm>
          <a:prstGeom prst="rect">
            <a:avLst/>
          </a:prstGeom>
          <a:noFill/>
          <a:ln>
            <a:noFill/>
          </a:ln>
        </p:spPr>
      </p:sp>
      <p:sp>
        <p:nvSpPr>
          <p:cNvPr id="387" name="Google Shape;387;p54"/>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p:txBody>
      </p:sp>
      <p:sp>
        <p:nvSpPr>
          <p:cNvPr id="388" name="Google Shape;388;p54"/>
          <p:cNvSpPr/>
          <p:nvPr>
            <p:ph idx="8" type="pic"/>
          </p:nvPr>
        </p:nvSpPr>
        <p:spPr>
          <a:xfrm>
            <a:off x="3389588" y="3489487"/>
            <a:ext cx="1643700" cy="1535100"/>
          </a:xfrm>
          <a:prstGeom prst="rect">
            <a:avLst/>
          </a:prstGeom>
          <a:noFill/>
          <a:ln>
            <a:noFill/>
          </a:ln>
        </p:spPr>
      </p:sp>
      <p:sp>
        <p:nvSpPr>
          <p:cNvPr id="389" name="Google Shape;389;p54"/>
          <p:cNvSpPr/>
          <p:nvPr>
            <p:ph idx="9" type="pic"/>
          </p:nvPr>
        </p:nvSpPr>
        <p:spPr>
          <a:xfrm>
            <a:off x="5195922" y="3489487"/>
            <a:ext cx="1643700" cy="1535100"/>
          </a:xfrm>
          <a:prstGeom prst="rect">
            <a:avLst/>
          </a:prstGeom>
          <a:noFill/>
          <a:ln>
            <a:noFill/>
          </a:ln>
        </p:spPr>
      </p:sp>
      <p:sp>
        <p:nvSpPr>
          <p:cNvPr id="390" name="Google Shape;390;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 name="Shape 5"/>
        <p:cNvGrpSpPr/>
        <p:nvPr/>
      </p:nvGrpSpPr>
      <p:grpSpPr>
        <a:xfrm>
          <a:off x="0" y="0"/>
          <a:ext cx="0" cy="0"/>
          <a:chOff x="0" y="0"/>
          <a:chExt cx="0" cy="0"/>
        </a:xfrm>
      </p:grpSpPr>
      <p:sp>
        <p:nvSpPr>
          <p:cNvPr id="6" name="Google Shape;6;p10"/>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85750" lvl="0" marL="4572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1pPr>
            <a:lvl2pPr indent="-285750" lvl="1" marL="9144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2pPr>
            <a:lvl3pPr indent="-285750" lvl="2" marL="13716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3pPr>
            <a:lvl4pPr indent="-285750" lvl="3" marL="18288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4pPr>
            <a:lvl5pPr indent="-285750" lvl="4" marL="22860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5pPr>
            <a:lvl6pPr indent="-285750" lvl="5" marL="27432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6pPr>
            <a:lvl7pPr indent="-285750" lvl="6" marL="32004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7pPr>
            <a:lvl8pPr indent="-285750" lvl="7" marL="36576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8pPr>
            <a:lvl9pPr indent="-285750" lvl="8" marL="4114800" marR="0" rtl="0" algn="l">
              <a:lnSpc>
                <a:spcPct val="115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9pPr>
          </a:lstStyle>
          <a:p/>
        </p:txBody>
      </p:sp>
      <p:sp>
        <p:nvSpPr>
          <p:cNvPr id="7" name="Google Shape;7;p10"/>
          <p:cNvSpPr txBox="1"/>
          <p:nvPr>
            <p:ph type="title"/>
          </p:nvPr>
        </p:nvSpPr>
        <p:spPr>
          <a:xfrm>
            <a:off x="256025" y="499600"/>
            <a:ext cx="5366700" cy="12489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4800"/>
              <a:buFont typeface="Source Serif 4"/>
              <a:buNone/>
              <a:defRPr b="0" i="1" sz="4800" u="none" cap="none" strike="noStrike">
                <a:solidFill>
                  <a:schemeClr val="dk1"/>
                </a:solidFill>
                <a:latin typeface="Source Serif 4"/>
                <a:ea typeface="Source Serif 4"/>
                <a:cs typeface="Source Serif 4"/>
                <a:sym typeface="Source Serif 4"/>
              </a:defRPr>
            </a:lvl1pPr>
            <a:lvl2pPr lvl="1"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2pPr>
            <a:lvl3pPr lvl="2"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3pPr>
            <a:lvl4pPr lvl="3"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4pPr>
            <a:lvl5pPr lvl="4"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5pPr>
            <a:lvl6pPr lvl="5"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6pPr>
            <a:lvl7pPr lvl="6"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7pPr>
            <a:lvl8pPr lvl="7"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8pPr>
            <a:lvl9pPr lvl="8" marR="0" rtl="0" algn="l">
              <a:lnSpc>
                <a:spcPct val="100000"/>
              </a:lnSpc>
              <a:spcBef>
                <a:spcPts val="0"/>
              </a:spcBef>
              <a:spcAft>
                <a:spcPts val="0"/>
              </a:spcAft>
              <a:buClr>
                <a:schemeClr val="dk1"/>
              </a:buClr>
              <a:buSzPts val="4800"/>
              <a:buFont typeface="Source Serif 4"/>
              <a:buNone/>
              <a:defRPr b="0" i="0" sz="4800" u="none" cap="none" strike="noStrike">
                <a:solidFill>
                  <a:schemeClr val="dk1"/>
                </a:solidFill>
                <a:latin typeface="Source Serif 4"/>
                <a:ea typeface="Source Serif 4"/>
                <a:cs typeface="Source Serif 4"/>
                <a:sym typeface="Source Serif 4"/>
              </a:defRPr>
            </a:lvl9pPr>
          </a:lstStyle>
          <a:p/>
        </p:txBody>
      </p:sp>
      <p:sp>
        <p:nvSpPr>
          <p:cNvPr id="8" name="Google Shape;8;p10"/>
          <p:cNvSpPr txBox="1"/>
          <p:nvPr>
            <p:ph idx="2" type="body"/>
          </p:nvPr>
        </p:nvSpPr>
        <p:spPr>
          <a:xfrm>
            <a:off x="4564425" y="2634200"/>
            <a:ext cx="3565200" cy="1566900"/>
          </a:xfrm>
          <a:prstGeom prst="rect">
            <a:avLst/>
          </a:prstGeom>
          <a:noFill/>
          <a:ln>
            <a:noFill/>
          </a:ln>
        </p:spPr>
        <p:txBody>
          <a:bodyPr anchorCtr="0" anchor="t" bIns="91425" lIns="91425" spcFirstLastPara="1" rIns="91425" wrap="square" tIns="91425">
            <a:noAutofit/>
          </a:bodyPr>
          <a:lstStyle>
            <a:lvl1pPr indent="-285750" lvl="0" marL="4572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1pPr>
            <a:lvl2pPr indent="-285750" lvl="1" marL="9144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2pPr>
            <a:lvl3pPr indent="-285750" lvl="2" marL="13716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3pPr>
            <a:lvl4pPr indent="-285750" lvl="3" marL="18288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4pPr>
            <a:lvl5pPr indent="-285750" lvl="4" marL="22860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5pPr>
            <a:lvl6pPr indent="-285750" lvl="5" marL="27432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6pPr>
            <a:lvl7pPr indent="-285750" lvl="6" marL="32004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7pPr>
            <a:lvl8pPr indent="-285750" lvl="7" marL="36576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8pPr>
            <a:lvl9pPr indent="-285750" lvl="8" marL="4114800" marR="0" rtl="0" algn="l">
              <a:lnSpc>
                <a:spcPct val="100000"/>
              </a:lnSpc>
              <a:spcBef>
                <a:spcPts val="0"/>
              </a:spcBef>
              <a:spcAft>
                <a:spcPts val="0"/>
              </a:spcAft>
              <a:buClr>
                <a:schemeClr val="lt2"/>
              </a:buClr>
              <a:buSzPts val="900"/>
              <a:buFont typeface="Montserrat"/>
              <a:buChar char="■"/>
              <a:defRPr b="0" i="0" sz="900" u="none" cap="none" strike="noStrike">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
          <p:cNvSpPr txBox="1"/>
          <p:nvPr>
            <p:ph idx="4" type="title"/>
          </p:nvPr>
        </p:nvSpPr>
        <p:spPr>
          <a:xfrm>
            <a:off x="256050" y="256025"/>
            <a:ext cx="8631900" cy="113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6000"/>
              <a:buNone/>
            </a:pPr>
            <a:r>
              <a:rPr lang="en-US" sz="3500"/>
              <a:t>Reducing Emissions from Commercial Buildings</a:t>
            </a:r>
            <a:endParaRPr sz="3500">
              <a:latin typeface="Source Serif 4"/>
              <a:ea typeface="Source Serif 4"/>
              <a:cs typeface="Source Serif 4"/>
              <a:sym typeface="Source Serif 4"/>
            </a:endParaRPr>
          </a:p>
        </p:txBody>
      </p:sp>
      <p:sp>
        <p:nvSpPr>
          <p:cNvPr id="396" name="Google Shape;396;p1"/>
          <p:cNvSpPr txBox="1"/>
          <p:nvPr>
            <p:ph idx="3" type="title"/>
          </p:nvPr>
        </p:nvSpPr>
        <p:spPr>
          <a:xfrm>
            <a:off x="256050" y="3800525"/>
            <a:ext cx="2352600" cy="159274"/>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900"/>
              <a:buNone/>
            </a:pPr>
            <a:r>
              <a:rPr i="0" lang="en-US"/>
              <a:t>Colin Haley</a:t>
            </a:r>
            <a:endParaRPr i="0"/>
          </a:p>
        </p:txBody>
      </p:sp>
      <p:sp>
        <p:nvSpPr>
          <p:cNvPr id="397" name="Google Shape;397;p1"/>
          <p:cNvSpPr txBox="1"/>
          <p:nvPr>
            <p:ph idx="1" type="subTitle"/>
          </p:nvPr>
        </p:nvSpPr>
        <p:spPr>
          <a:xfrm>
            <a:off x="7657650" y="76600"/>
            <a:ext cx="1230300" cy="2757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SzPts val="800"/>
              <a:buNone/>
            </a:pPr>
            <a:r>
              <a:rPr lang="en-US">
                <a:solidFill>
                  <a:schemeClr val="lt2"/>
                </a:solidFill>
              </a:rPr>
              <a:t>July 2026</a:t>
            </a:r>
            <a:endParaRPr>
              <a:solidFill>
                <a:schemeClr val="lt2"/>
              </a:solidFill>
            </a:endParaRPr>
          </a:p>
        </p:txBody>
      </p:sp>
      <p:cxnSp>
        <p:nvCxnSpPr>
          <p:cNvPr id="398" name="Google Shape;398;p1"/>
          <p:cNvCxnSpPr/>
          <p:nvPr/>
        </p:nvCxnSpPr>
        <p:spPr>
          <a:xfrm>
            <a:off x="3297300" y="3618375"/>
            <a:ext cx="5846700" cy="0"/>
          </a:xfrm>
          <a:prstGeom prst="straightConnector1">
            <a:avLst/>
          </a:prstGeom>
          <a:noFill/>
          <a:ln cap="flat" cmpd="sng" w="9525">
            <a:solidFill>
              <a:schemeClr val="accent3"/>
            </a:solidFill>
            <a:prstDash val="solid"/>
            <a:round/>
            <a:headEnd len="sm" w="sm" type="none"/>
            <a:tailEnd len="sm" w="sm" type="none"/>
          </a:ln>
        </p:spPr>
      </p:cxnSp>
      <p:sp>
        <p:nvSpPr>
          <p:cNvPr id="399" name="Google Shape;399;p1"/>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400" name="Google Shape;400;p1"/>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01" name="Google Shape;401;p1"/>
          <p:cNvPicPr preferRelativeResize="0"/>
          <p:nvPr/>
        </p:nvPicPr>
        <p:blipFill rotWithShape="1">
          <a:blip r:embed="rId3">
            <a:alphaModFix/>
          </a:blip>
          <a:srcRect b="0" l="0" r="0" t="0"/>
          <a:stretch/>
        </p:blipFill>
        <p:spPr>
          <a:xfrm>
            <a:off x="3864105" y="1517939"/>
            <a:ext cx="5023845" cy="334923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
          <p:cNvSpPr txBox="1"/>
          <p:nvPr>
            <p:ph idx="1" type="subTitle"/>
          </p:nvPr>
        </p:nvSpPr>
        <p:spPr>
          <a:xfrm>
            <a:off x="4994475" y="857350"/>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01</a:t>
            </a:r>
            <a:endParaRPr/>
          </a:p>
        </p:txBody>
      </p:sp>
      <p:sp>
        <p:nvSpPr>
          <p:cNvPr id="407" name="Google Shape;407;p2"/>
          <p:cNvSpPr txBox="1"/>
          <p:nvPr>
            <p:ph idx="2" type="subTitle"/>
          </p:nvPr>
        </p:nvSpPr>
        <p:spPr>
          <a:xfrm>
            <a:off x="4994475" y="1485225"/>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02</a:t>
            </a:r>
            <a:endParaRPr/>
          </a:p>
        </p:txBody>
      </p:sp>
      <p:sp>
        <p:nvSpPr>
          <p:cNvPr id="408" name="Google Shape;408;p2"/>
          <p:cNvSpPr txBox="1"/>
          <p:nvPr>
            <p:ph idx="3" type="subTitle"/>
          </p:nvPr>
        </p:nvSpPr>
        <p:spPr>
          <a:xfrm>
            <a:off x="4994475" y="2113100"/>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03</a:t>
            </a:r>
            <a:endParaRPr/>
          </a:p>
        </p:txBody>
      </p:sp>
      <p:sp>
        <p:nvSpPr>
          <p:cNvPr id="409" name="Google Shape;409;p2"/>
          <p:cNvSpPr txBox="1"/>
          <p:nvPr>
            <p:ph idx="4" type="subTitle"/>
          </p:nvPr>
        </p:nvSpPr>
        <p:spPr>
          <a:xfrm>
            <a:off x="4994475" y="2740975"/>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04</a:t>
            </a:r>
            <a:endParaRPr/>
          </a:p>
        </p:txBody>
      </p:sp>
      <p:sp>
        <p:nvSpPr>
          <p:cNvPr id="410" name="Google Shape;410;p2"/>
          <p:cNvSpPr txBox="1"/>
          <p:nvPr>
            <p:ph idx="5" type="subTitle"/>
          </p:nvPr>
        </p:nvSpPr>
        <p:spPr>
          <a:xfrm>
            <a:off x="4994475" y="3368850"/>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05</a:t>
            </a:r>
            <a:endParaRPr/>
          </a:p>
        </p:txBody>
      </p:sp>
      <p:sp>
        <p:nvSpPr>
          <p:cNvPr id="411" name="Google Shape;411;p2"/>
          <p:cNvSpPr txBox="1"/>
          <p:nvPr>
            <p:ph idx="6" type="subTitle"/>
          </p:nvPr>
        </p:nvSpPr>
        <p:spPr>
          <a:xfrm>
            <a:off x="4994475" y="3996725"/>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06</a:t>
            </a:r>
            <a:endParaRPr/>
          </a:p>
        </p:txBody>
      </p:sp>
      <p:sp>
        <p:nvSpPr>
          <p:cNvPr id="412" name="Google Shape;412;p2"/>
          <p:cNvSpPr txBox="1"/>
          <p:nvPr>
            <p:ph type="title"/>
          </p:nvPr>
        </p:nvSpPr>
        <p:spPr>
          <a:xfrm>
            <a:off x="256025" y="213150"/>
            <a:ext cx="57501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Agenda</a:t>
            </a:r>
            <a:endParaRPr/>
          </a:p>
        </p:txBody>
      </p:sp>
      <p:sp>
        <p:nvSpPr>
          <p:cNvPr id="413" name="Google Shape;413;p2"/>
          <p:cNvSpPr txBox="1"/>
          <p:nvPr>
            <p:ph idx="9" type="subTitle"/>
          </p:nvPr>
        </p:nvSpPr>
        <p:spPr>
          <a:xfrm>
            <a:off x="5343675" y="857350"/>
            <a:ext cx="35445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Executive Summary</a:t>
            </a:r>
            <a:endParaRPr/>
          </a:p>
        </p:txBody>
      </p:sp>
      <p:sp>
        <p:nvSpPr>
          <p:cNvPr id="414" name="Google Shape;414;p2"/>
          <p:cNvSpPr txBox="1"/>
          <p:nvPr>
            <p:ph idx="13" type="subTitle"/>
          </p:nvPr>
        </p:nvSpPr>
        <p:spPr>
          <a:xfrm>
            <a:off x="5343675" y="1485225"/>
            <a:ext cx="35445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Data Description</a:t>
            </a:r>
            <a:endParaRPr/>
          </a:p>
        </p:txBody>
      </p:sp>
      <p:sp>
        <p:nvSpPr>
          <p:cNvPr id="415" name="Google Shape;415;p2"/>
          <p:cNvSpPr txBox="1"/>
          <p:nvPr>
            <p:ph idx="14" type="subTitle"/>
          </p:nvPr>
        </p:nvSpPr>
        <p:spPr>
          <a:xfrm>
            <a:off x="5343675" y="2113100"/>
            <a:ext cx="35445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Research Questions</a:t>
            </a:r>
            <a:endParaRPr/>
          </a:p>
        </p:txBody>
      </p:sp>
      <p:sp>
        <p:nvSpPr>
          <p:cNvPr id="416" name="Google Shape;416;p2"/>
          <p:cNvSpPr txBox="1"/>
          <p:nvPr>
            <p:ph idx="15" type="subTitle"/>
          </p:nvPr>
        </p:nvSpPr>
        <p:spPr>
          <a:xfrm>
            <a:off x="5343675" y="2740975"/>
            <a:ext cx="35445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Methodology</a:t>
            </a:r>
            <a:endParaRPr/>
          </a:p>
        </p:txBody>
      </p:sp>
      <p:sp>
        <p:nvSpPr>
          <p:cNvPr id="417" name="Google Shape;417;p2"/>
          <p:cNvSpPr txBox="1"/>
          <p:nvPr>
            <p:ph idx="16" type="subTitle"/>
          </p:nvPr>
        </p:nvSpPr>
        <p:spPr>
          <a:xfrm>
            <a:off x="5343675" y="3368850"/>
            <a:ext cx="35445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Results and Findings</a:t>
            </a:r>
            <a:endParaRPr/>
          </a:p>
        </p:txBody>
      </p:sp>
      <p:sp>
        <p:nvSpPr>
          <p:cNvPr id="418" name="Google Shape;418;p2"/>
          <p:cNvSpPr txBox="1"/>
          <p:nvPr>
            <p:ph idx="17" type="subTitle"/>
          </p:nvPr>
        </p:nvSpPr>
        <p:spPr>
          <a:xfrm>
            <a:off x="5343675" y="3996725"/>
            <a:ext cx="35445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Conclusion</a:t>
            </a:r>
            <a:endParaRPr/>
          </a:p>
        </p:txBody>
      </p:sp>
      <p:sp>
        <p:nvSpPr>
          <p:cNvPr id="419" name="Google Shape;419;p2"/>
          <p:cNvSpPr txBox="1"/>
          <p:nvPr>
            <p:ph idx="1" type="subTitle"/>
          </p:nvPr>
        </p:nvSpPr>
        <p:spPr>
          <a:xfrm>
            <a:off x="4994275" y="857350"/>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01</a:t>
            </a:r>
            <a:endParaRPr/>
          </a:p>
        </p:txBody>
      </p:sp>
      <p:sp>
        <p:nvSpPr>
          <p:cNvPr id="420" name="Google Shape;420;p2"/>
          <p:cNvSpPr txBox="1"/>
          <p:nvPr>
            <p:ph idx="2" type="subTitle"/>
          </p:nvPr>
        </p:nvSpPr>
        <p:spPr>
          <a:xfrm>
            <a:off x="4994275" y="1485225"/>
            <a:ext cx="3168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400"/>
              <a:buNone/>
            </a:pPr>
            <a:r>
              <a:rPr lang="en-US"/>
              <a:t>02</a:t>
            </a:r>
            <a:endParaRPr/>
          </a:p>
        </p:txBody>
      </p:sp>
      <p:sp>
        <p:nvSpPr>
          <p:cNvPr id="421" name="Google Shape;421;p2"/>
          <p:cNvSpPr txBox="1"/>
          <p:nvPr>
            <p:ph idx="9" type="subTitle"/>
          </p:nvPr>
        </p:nvSpPr>
        <p:spPr>
          <a:xfrm>
            <a:off x="5343475" y="857350"/>
            <a:ext cx="3544500" cy="18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Executive Summary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5" name="Shape 425"/>
        <p:cNvGrpSpPr/>
        <p:nvPr/>
      </p:nvGrpSpPr>
      <p:grpSpPr>
        <a:xfrm>
          <a:off x="0" y="0"/>
          <a:ext cx="0" cy="0"/>
          <a:chOff x="0" y="0"/>
          <a:chExt cx="0" cy="0"/>
        </a:xfrm>
      </p:grpSpPr>
      <p:sp>
        <p:nvSpPr>
          <p:cNvPr id="426" name="Google Shape;426;p3"/>
          <p:cNvSpPr txBox="1"/>
          <p:nvPr>
            <p:ph type="title"/>
          </p:nvPr>
        </p:nvSpPr>
        <p:spPr>
          <a:xfrm>
            <a:off x="256025" y="213150"/>
            <a:ext cx="57501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Executive Summary</a:t>
            </a:r>
            <a:endParaRPr/>
          </a:p>
        </p:txBody>
      </p:sp>
      <p:cxnSp>
        <p:nvCxnSpPr>
          <p:cNvPr id="427" name="Google Shape;427;p3"/>
          <p:cNvCxnSpPr/>
          <p:nvPr/>
        </p:nvCxnSpPr>
        <p:spPr>
          <a:xfrm>
            <a:off x="0" y="1218975"/>
            <a:ext cx="9144000" cy="0"/>
          </a:xfrm>
          <a:prstGeom prst="straightConnector1">
            <a:avLst/>
          </a:prstGeom>
          <a:noFill/>
          <a:ln cap="flat" cmpd="sng" w="9525">
            <a:solidFill>
              <a:schemeClr val="dk1"/>
            </a:solidFill>
            <a:prstDash val="solid"/>
            <a:round/>
            <a:headEnd len="sm" w="sm" type="none"/>
            <a:tailEnd len="sm" w="sm" type="none"/>
          </a:ln>
        </p:spPr>
      </p:cxnSp>
      <p:sp>
        <p:nvSpPr>
          <p:cNvPr id="428" name="Google Shape;428;p3"/>
          <p:cNvSpPr txBox="1"/>
          <p:nvPr>
            <p:ph idx="1" type="body"/>
          </p:nvPr>
        </p:nvSpPr>
        <p:spPr>
          <a:xfrm>
            <a:off x="256025" y="1931125"/>
            <a:ext cx="2661300" cy="2209500"/>
          </a:xfrm>
          <a:prstGeom prst="rect">
            <a:avLst/>
          </a:prstGeom>
          <a:noFill/>
          <a:ln>
            <a:noFill/>
          </a:ln>
        </p:spPr>
        <p:txBody>
          <a:bodyPr anchorCtr="0" anchor="t" bIns="0" lIns="0" spcFirstLastPara="1" rIns="0" wrap="square" tIns="0">
            <a:spAutoFit/>
          </a:bodyPr>
          <a:lstStyle/>
          <a:p>
            <a:pPr indent="-285750" lvl="0" marL="457200" rtl="0" algn="l">
              <a:lnSpc>
                <a:spcPct val="115000"/>
              </a:lnSpc>
              <a:spcBef>
                <a:spcPts val="0"/>
              </a:spcBef>
              <a:spcAft>
                <a:spcPts val="0"/>
              </a:spcAft>
              <a:buClr>
                <a:schemeClr val="lt2"/>
              </a:buClr>
              <a:buSzPts val="900"/>
              <a:buFont typeface="Montserrat"/>
              <a:buChar char="●"/>
            </a:pPr>
            <a:r>
              <a:rPr lang="en-US"/>
              <a:t>The Kansas City Office of Sustainability is evaluating policies to reduce CO₂ emissions from large commercial office buildings. In particular, the city is interested in understanding which building characteristics drive annual emissions, and whether energy retrofits change how building size impacts emissions.</a:t>
            </a:r>
            <a:endParaRPr/>
          </a:p>
          <a:p>
            <a:pPr indent="0" lvl="0" marL="17145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Clr>
                <a:schemeClr val="lt2"/>
              </a:buClr>
              <a:buSzPts val="900"/>
              <a:buFont typeface="Montserrat"/>
              <a:buChar char="●"/>
            </a:pPr>
            <a:r>
              <a:rPr lang="en-US"/>
              <a:t>We have been given data on 120 office buildings with a variety of carbon emission data.</a:t>
            </a:r>
            <a:endParaRPr/>
          </a:p>
          <a:p>
            <a:pPr indent="-228600" lvl="0" marL="457200" rtl="0" algn="l">
              <a:lnSpc>
                <a:spcPct val="115000"/>
              </a:lnSpc>
              <a:spcBef>
                <a:spcPts val="0"/>
              </a:spcBef>
              <a:spcAft>
                <a:spcPts val="0"/>
              </a:spcAft>
              <a:buSzPts val="900"/>
              <a:buNone/>
            </a:pPr>
            <a:r>
              <a:t/>
            </a:r>
            <a:endParaRPr/>
          </a:p>
        </p:txBody>
      </p:sp>
      <p:sp>
        <p:nvSpPr>
          <p:cNvPr id="429" name="Google Shape;429;p3"/>
          <p:cNvSpPr txBox="1"/>
          <p:nvPr>
            <p:ph idx="2" type="body"/>
          </p:nvPr>
        </p:nvSpPr>
        <p:spPr>
          <a:xfrm>
            <a:off x="3293075" y="1809301"/>
            <a:ext cx="2661300" cy="3185487"/>
          </a:xfrm>
          <a:prstGeom prst="rect">
            <a:avLst/>
          </a:prstGeom>
          <a:noFill/>
          <a:ln>
            <a:noFill/>
          </a:ln>
        </p:spPr>
        <p:txBody>
          <a:bodyPr anchorCtr="0" anchor="t" bIns="0" lIns="0" spcFirstLastPara="1" rIns="0" wrap="square" tIns="0">
            <a:spAutoFit/>
          </a:bodyPr>
          <a:lstStyle/>
          <a:p>
            <a:pPr indent="-285750" lvl="0" marL="457200" rtl="0" algn="l">
              <a:lnSpc>
                <a:spcPct val="115000"/>
              </a:lnSpc>
              <a:spcBef>
                <a:spcPts val="0"/>
              </a:spcBef>
              <a:spcAft>
                <a:spcPts val="0"/>
              </a:spcAft>
              <a:buSzPts val="900"/>
              <a:buChar char="●"/>
            </a:pPr>
            <a:r>
              <a:rPr lang="en-US"/>
              <a:t>Through this exercise, our analysis was able to:</a:t>
            </a:r>
            <a:endParaRPr/>
          </a:p>
          <a:p>
            <a:pPr indent="0" lvl="0" marL="171450" rtl="0" algn="l">
              <a:lnSpc>
                <a:spcPct val="115000"/>
              </a:lnSpc>
              <a:spcBef>
                <a:spcPts val="0"/>
              </a:spcBef>
              <a:spcAft>
                <a:spcPts val="0"/>
              </a:spcAft>
              <a:buSzPts val="900"/>
              <a:buNone/>
            </a:pPr>
            <a:r>
              <a:t/>
            </a:r>
            <a:endParaRPr/>
          </a:p>
          <a:p>
            <a:pPr indent="-285750" lvl="1" marL="914400" rtl="0" algn="l">
              <a:lnSpc>
                <a:spcPct val="115000"/>
              </a:lnSpc>
              <a:spcBef>
                <a:spcPts val="0"/>
              </a:spcBef>
              <a:spcAft>
                <a:spcPts val="0"/>
              </a:spcAft>
              <a:buSzPts val="900"/>
              <a:buChar char="○"/>
            </a:pPr>
            <a:r>
              <a:rPr lang="en-US" sz="800"/>
              <a:t>Determine that Retrofits reduce carbon emissions more compared to any other variable.</a:t>
            </a:r>
            <a:endParaRPr/>
          </a:p>
          <a:p>
            <a:pPr indent="0" lvl="1" marL="628650" rtl="0" algn="l">
              <a:lnSpc>
                <a:spcPct val="115000"/>
              </a:lnSpc>
              <a:spcBef>
                <a:spcPts val="0"/>
              </a:spcBef>
              <a:spcAft>
                <a:spcPts val="0"/>
              </a:spcAft>
              <a:buSzPts val="900"/>
              <a:buNone/>
            </a:pPr>
            <a:r>
              <a:t/>
            </a:r>
            <a:endParaRPr sz="800"/>
          </a:p>
          <a:p>
            <a:pPr indent="-285750" lvl="1" marL="914400" rtl="0" algn="l">
              <a:lnSpc>
                <a:spcPct val="115000"/>
              </a:lnSpc>
              <a:spcBef>
                <a:spcPts val="0"/>
              </a:spcBef>
              <a:spcAft>
                <a:spcPts val="0"/>
              </a:spcAft>
              <a:buSzPts val="900"/>
              <a:buChar char="○"/>
            </a:pPr>
            <a:r>
              <a:rPr lang="en-US" sz="800"/>
              <a:t>Find that square footage and the Retrofit status of a building are the key drivers in carbon emissions, positively and negatively.</a:t>
            </a:r>
            <a:endParaRPr/>
          </a:p>
          <a:p>
            <a:pPr indent="0" lvl="1" marL="628650" rtl="0" algn="l">
              <a:lnSpc>
                <a:spcPct val="115000"/>
              </a:lnSpc>
              <a:spcBef>
                <a:spcPts val="0"/>
              </a:spcBef>
              <a:spcAft>
                <a:spcPts val="0"/>
              </a:spcAft>
              <a:buSzPts val="900"/>
              <a:buNone/>
            </a:pPr>
            <a:r>
              <a:t/>
            </a:r>
            <a:endParaRPr sz="800"/>
          </a:p>
          <a:p>
            <a:pPr indent="-285750" lvl="1" marL="914400" rtl="0" algn="l">
              <a:lnSpc>
                <a:spcPct val="115000"/>
              </a:lnSpc>
              <a:spcBef>
                <a:spcPts val="0"/>
              </a:spcBef>
              <a:spcAft>
                <a:spcPts val="0"/>
              </a:spcAft>
              <a:buSzPts val="900"/>
              <a:buChar char="○"/>
            </a:pPr>
            <a:r>
              <a:rPr b="1" lang="en-US" sz="800"/>
              <a:t>Retrofit Status Definition</a:t>
            </a:r>
            <a:r>
              <a:rPr lang="en-US" sz="800"/>
              <a:t>: A building with confirmed retrofit status indicates the structure has been upgraded to drastically reduce greenhouse gas emissions, whereas a un-retrofitted status means it relies on inefficient systems. </a:t>
            </a:r>
            <a:endParaRPr sz="800"/>
          </a:p>
          <a:p>
            <a:pPr indent="0" lvl="0" marL="0" rtl="0" algn="l">
              <a:lnSpc>
                <a:spcPct val="115000"/>
              </a:lnSpc>
              <a:spcBef>
                <a:spcPts val="0"/>
              </a:spcBef>
              <a:spcAft>
                <a:spcPts val="0"/>
              </a:spcAft>
              <a:buSzPts val="900"/>
              <a:buNone/>
            </a:pPr>
            <a:r>
              <a:t/>
            </a:r>
            <a:endParaRPr/>
          </a:p>
        </p:txBody>
      </p:sp>
      <p:sp>
        <p:nvSpPr>
          <p:cNvPr id="430" name="Google Shape;430;p3"/>
          <p:cNvSpPr txBox="1"/>
          <p:nvPr>
            <p:ph idx="3" type="body"/>
          </p:nvPr>
        </p:nvSpPr>
        <p:spPr>
          <a:xfrm>
            <a:off x="6330125" y="1931125"/>
            <a:ext cx="2661300" cy="2707664"/>
          </a:xfrm>
          <a:prstGeom prst="rect">
            <a:avLst/>
          </a:prstGeom>
          <a:noFill/>
          <a:ln>
            <a:noFill/>
          </a:ln>
        </p:spPr>
        <p:txBody>
          <a:bodyPr anchorCtr="0" anchor="t" bIns="0" lIns="0" spcFirstLastPara="1" rIns="0" wrap="square" tIns="0">
            <a:spAutoFit/>
          </a:bodyPr>
          <a:lstStyle/>
          <a:p>
            <a:pPr indent="-285750" lvl="0" marL="457200" rtl="0" algn="l">
              <a:lnSpc>
                <a:spcPct val="115000"/>
              </a:lnSpc>
              <a:spcBef>
                <a:spcPts val="0"/>
              </a:spcBef>
              <a:spcAft>
                <a:spcPts val="0"/>
              </a:spcAft>
              <a:buClr>
                <a:schemeClr val="lt2"/>
              </a:buClr>
              <a:buSzPts val="900"/>
              <a:buFont typeface="Montserrat"/>
              <a:buChar char="●"/>
            </a:pPr>
            <a:r>
              <a:rPr lang="en-US"/>
              <a:t>For all buildings greater than 100,000 square feet, implement retrofit status on those buildings to best reduce emissions. </a:t>
            </a:r>
            <a:endParaRPr/>
          </a:p>
          <a:p>
            <a:pPr indent="0" lvl="0" marL="17145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Clr>
                <a:schemeClr val="lt2"/>
              </a:buClr>
              <a:buSzPts val="900"/>
              <a:buFont typeface="Montserrat"/>
              <a:buChar char="●"/>
            </a:pPr>
            <a:r>
              <a:rPr lang="en-US"/>
              <a:t>Plans for smaller buildings should be less focused on retrofit status, and more focused on reducing the square footage alone. </a:t>
            </a:r>
            <a:endParaRPr/>
          </a:p>
          <a:p>
            <a:pPr indent="0" lvl="0" marL="17145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Clr>
                <a:schemeClr val="lt2"/>
              </a:buClr>
              <a:buSzPts val="900"/>
              <a:buFont typeface="Montserrat"/>
              <a:buChar char="●"/>
            </a:pPr>
            <a:r>
              <a:rPr lang="en-US"/>
              <a:t>If we are looking for additional analytics, we should use Energy Star Score as another consistent variable in helping us determine which buildings are most likely to reduce emissions, with higher scores be more likely to have lower levels of emissions.</a:t>
            </a:r>
            <a:endParaRPr/>
          </a:p>
        </p:txBody>
      </p:sp>
      <p:sp>
        <p:nvSpPr>
          <p:cNvPr id="431" name="Google Shape;431;p3"/>
          <p:cNvSpPr txBox="1"/>
          <p:nvPr>
            <p:ph idx="7" type="subTitle"/>
          </p:nvPr>
        </p:nvSpPr>
        <p:spPr>
          <a:xfrm>
            <a:off x="201200" y="1492995"/>
            <a:ext cx="2661300" cy="164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Background &amp; Objective</a:t>
            </a:r>
            <a:endParaRPr/>
          </a:p>
        </p:txBody>
      </p:sp>
      <p:sp>
        <p:nvSpPr>
          <p:cNvPr id="432" name="Google Shape;432;p3"/>
          <p:cNvSpPr txBox="1"/>
          <p:nvPr>
            <p:ph idx="8" type="subTitle"/>
          </p:nvPr>
        </p:nvSpPr>
        <p:spPr>
          <a:xfrm>
            <a:off x="3265613" y="1492995"/>
            <a:ext cx="2661300" cy="164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Significance</a:t>
            </a:r>
            <a:endParaRPr/>
          </a:p>
        </p:txBody>
      </p:sp>
      <p:sp>
        <p:nvSpPr>
          <p:cNvPr id="433" name="Google Shape;433;p3"/>
          <p:cNvSpPr txBox="1"/>
          <p:nvPr>
            <p:ph idx="9" type="subTitle"/>
          </p:nvPr>
        </p:nvSpPr>
        <p:spPr>
          <a:xfrm>
            <a:off x="6275125" y="1492995"/>
            <a:ext cx="2661300" cy="164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200"/>
              <a:buNone/>
            </a:pPr>
            <a:r>
              <a:rPr lang="en-US"/>
              <a:t>Insights &amp; Recommendations</a:t>
            </a:r>
            <a:endParaRPr/>
          </a:p>
        </p:txBody>
      </p:sp>
      <p:sp>
        <p:nvSpPr>
          <p:cNvPr id="434" name="Google Shape;434;p3"/>
          <p:cNvSpPr txBox="1"/>
          <p:nvPr>
            <p:ph idx="13" type="subTitle"/>
          </p:nvPr>
        </p:nvSpPr>
        <p:spPr>
          <a:xfrm>
            <a:off x="7657750" y="256025"/>
            <a:ext cx="1230300" cy="2757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SzPts val="800"/>
              <a:buNone/>
            </a:pPr>
            <a:r>
              <a:rPr lang="en-US">
                <a:solidFill>
                  <a:schemeClr val="lt2"/>
                </a:solidFill>
              </a:rPr>
              <a:t>1</a:t>
            </a:r>
            <a:endParaRPr>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txBox="1"/>
          <p:nvPr>
            <p:ph type="title"/>
          </p:nvPr>
        </p:nvSpPr>
        <p:spPr>
          <a:xfrm>
            <a:off x="256025" y="213150"/>
            <a:ext cx="57501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Data Description</a:t>
            </a:r>
            <a:endParaRPr/>
          </a:p>
        </p:txBody>
      </p:sp>
      <p:sp>
        <p:nvSpPr>
          <p:cNvPr id="440" name="Google Shape;440;p4"/>
          <p:cNvSpPr txBox="1"/>
          <p:nvPr>
            <p:ph idx="2" type="subTitle"/>
          </p:nvPr>
        </p:nvSpPr>
        <p:spPr>
          <a:xfrm>
            <a:off x="7657750" y="256025"/>
            <a:ext cx="1230300" cy="2757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SzPts val="800"/>
              <a:buNone/>
            </a:pPr>
            <a:r>
              <a:rPr lang="en-US">
                <a:solidFill>
                  <a:schemeClr val="lt2"/>
                </a:solidFill>
              </a:rPr>
              <a:t>2</a:t>
            </a:r>
            <a:endParaRPr>
              <a:solidFill>
                <a:schemeClr val="lt2"/>
              </a:solidFill>
            </a:endParaRPr>
          </a:p>
        </p:txBody>
      </p:sp>
      <p:cxnSp>
        <p:nvCxnSpPr>
          <p:cNvPr id="441" name="Google Shape;441;p4"/>
          <p:cNvCxnSpPr/>
          <p:nvPr/>
        </p:nvCxnSpPr>
        <p:spPr>
          <a:xfrm>
            <a:off x="0" y="1218975"/>
            <a:ext cx="9144000" cy="0"/>
          </a:xfrm>
          <a:prstGeom prst="straightConnector1">
            <a:avLst/>
          </a:prstGeom>
          <a:noFill/>
          <a:ln cap="flat" cmpd="sng" w="9525">
            <a:solidFill>
              <a:schemeClr val="dk1"/>
            </a:solidFill>
            <a:prstDash val="solid"/>
            <a:round/>
            <a:headEnd len="sm" w="sm" type="none"/>
            <a:tailEnd len="sm" w="sm" type="none"/>
          </a:ln>
        </p:spPr>
      </p:cxnSp>
      <p:sp>
        <p:nvSpPr>
          <p:cNvPr id="442" name="Google Shape;442;p4"/>
          <p:cNvSpPr txBox="1"/>
          <p:nvPr>
            <p:ph idx="1" type="body"/>
          </p:nvPr>
        </p:nvSpPr>
        <p:spPr>
          <a:xfrm>
            <a:off x="190698" y="1315900"/>
            <a:ext cx="8335293" cy="2336024"/>
          </a:xfrm>
          <a:prstGeom prst="rect">
            <a:avLst/>
          </a:prstGeom>
          <a:noFill/>
          <a:ln>
            <a:noFill/>
          </a:ln>
        </p:spPr>
        <p:txBody>
          <a:bodyPr anchorCtr="0" anchor="t" bIns="0" lIns="0" spcFirstLastPara="1" rIns="0" wrap="square" tIns="0">
            <a:spAutoFit/>
          </a:bodyPr>
          <a:lstStyle/>
          <a:p>
            <a:pPr indent="-285750" lvl="0" marL="457200" rtl="0" algn="l">
              <a:lnSpc>
                <a:spcPct val="115000"/>
              </a:lnSpc>
              <a:spcBef>
                <a:spcPts val="0"/>
              </a:spcBef>
              <a:spcAft>
                <a:spcPts val="0"/>
              </a:spcAft>
              <a:buSzPts val="900"/>
              <a:buChar char="●"/>
            </a:pPr>
            <a:r>
              <a:rPr b="1" lang="en-US" sz="1200"/>
              <a:t>Response Variable:</a:t>
            </a:r>
            <a:endParaRPr/>
          </a:p>
          <a:p>
            <a:pPr indent="-285750" lvl="1" marL="914400" rtl="0" algn="l">
              <a:lnSpc>
                <a:spcPct val="115000"/>
              </a:lnSpc>
              <a:spcBef>
                <a:spcPts val="0"/>
              </a:spcBef>
              <a:spcAft>
                <a:spcPts val="0"/>
              </a:spcAft>
              <a:buSzPts val="900"/>
              <a:buChar char="○"/>
            </a:pPr>
            <a:r>
              <a:rPr b="1" lang="en-US" sz="1200"/>
              <a:t>Emissions_tons (Numeric - Continuous): </a:t>
            </a:r>
            <a:r>
              <a:rPr lang="en-US" sz="1200"/>
              <a:t>Annual CO₂ emissions (metric tons)</a:t>
            </a:r>
            <a:endParaRPr b="1" sz="1200"/>
          </a:p>
          <a:p>
            <a:pPr indent="-285750" lvl="0" marL="457200" rtl="0" algn="l">
              <a:lnSpc>
                <a:spcPct val="115000"/>
              </a:lnSpc>
              <a:spcBef>
                <a:spcPts val="0"/>
              </a:spcBef>
              <a:spcAft>
                <a:spcPts val="0"/>
              </a:spcAft>
              <a:buClr>
                <a:schemeClr val="lt2"/>
              </a:buClr>
              <a:buSzPts val="900"/>
              <a:buFont typeface="Montserrat"/>
              <a:buChar char="●"/>
            </a:pPr>
            <a:r>
              <a:rPr b="1" lang="en-US" sz="1200"/>
              <a:t>Predictors:</a:t>
            </a:r>
            <a:endParaRPr/>
          </a:p>
          <a:p>
            <a:pPr indent="-285750" lvl="1" marL="914400" rtl="0" algn="l">
              <a:lnSpc>
                <a:spcPct val="115000"/>
              </a:lnSpc>
              <a:spcBef>
                <a:spcPts val="0"/>
              </a:spcBef>
              <a:spcAft>
                <a:spcPts val="0"/>
              </a:spcAft>
              <a:buSzPts val="900"/>
              <a:buChar char="○"/>
            </a:pPr>
            <a:r>
              <a:rPr b="1" lang="en-US" sz="1200"/>
              <a:t>FloorArea_kSqFt (Numeric - Continuous): </a:t>
            </a:r>
            <a:r>
              <a:rPr lang="en-US" sz="1200"/>
              <a:t>Building size (thousands of sq ft)</a:t>
            </a:r>
            <a:endParaRPr/>
          </a:p>
          <a:p>
            <a:pPr indent="-285750" lvl="1" marL="914400" rtl="0" algn="l">
              <a:lnSpc>
                <a:spcPct val="115000"/>
              </a:lnSpc>
              <a:spcBef>
                <a:spcPts val="0"/>
              </a:spcBef>
              <a:spcAft>
                <a:spcPts val="0"/>
              </a:spcAft>
              <a:buSzPts val="900"/>
              <a:buChar char="○"/>
            </a:pPr>
            <a:r>
              <a:rPr b="1" lang="en-US" sz="1200"/>
              <a:t>EnergyStarScore (Numeric - Continuous): </a:t>
            </a:r>
            <a:r>
              <a:rPr lang="en-US" sz="1200"/>
              <a:t>Energy efficiency rating (1-100; higher is more efficient)</a:t>
            </a:r>
            <a:endParaRPr/>
          </a:p>
          <a:p>
            <a:pPr indent="-285750" lvl="1" marL="914400" rtl="0" algn="l">
              <a:lnSpc>
                <a:spcPct val="115000"/>
              </a:lnSpc>
              <a:spcBef>
                <a:spcPts val="0"/>
              </a:spcBef>
              <a:spcAft>
                <a:spcPts val="0"/>
              </a:spcAft>
              <a:buSzPts val="900"/>
              <a:buChar char="○"/>
            </a:pPr>
            <a:r>
              <a:rPr b="1" lang="en-US" sz="1200"/>
              <a:t>RetrofitStatus (Categorical - Nominal): </a:t>
            </a:r>
            <a:r>
              <a:rPr lang="en-US" sz="1200"/>
              <a:t>Building status regarding retrofit projects</a:t>
            </a:r>
            <a:r>
              <a:rPr i="1" lang="en-US" sz="1200"/>
              <a:t> </a:t>
            </a:r>
            <a:endParaRPr sz="1200"/>
          </a:p>
          <a:p>
            <a:pPr indent="-285750" lvl="2" marL="1371600" rtl="0" algn="l">
              <a:lnSpc>
                <a:spcPct val="115000"/>
              </a:lnSpc>
              <a:spcBef>
                <a:spcPts val="0"/>
              </a:spcBef>
              <a:spcAft>
                <a:spcPts val="0"/>
              </a:spcAft>
              <a:buSzPts val="900"/>
              <a:buChar char="■"/>
            </a:pPr>
            <a:r>
              <a:rPr b="1" lang="en-US" sz="1200"/>
              <a:t>Dummy variable :</a:t>
            </a:r>
            <a:endParaRPr sz="1200"/>
          </a:p>
          <a:p>
            <a:pPr indent="-285750" lvl="3" marL="1828800" rtl="0" algn="l">
              <a:lnSpc>
                <a:spcPct val="115000"/>
              </a:lnSpc>
              <a:spcBef>
                <a:spcPts val="0"/>
              </a:spcBef>
              <a:spcAft>
                <a:spcPts val="0"/>
              </a:spcAft>
              <a:buSzPts val="900"/>
              <a:buChar char="●"/>
            </a:pPr>
            <a:r>
              <a:rPr b="1" lang="en-US" sz="1200"/>
              <a:t>RetrofitStatusDummy </a:t>
            </a:r>
            <a:endParaRPr sz="1200"/>
          </a:p>
          <a:p>
            <a:pPr indent="-285750" lvl="4" marL="2286000" rtl="0" algn="l">
              <a:lnSpc>
                <a:spcPct val="115000"/>
              </a:lnSpc>
              <a:spcBef>
                <a:spcPts val="0"/>
              </a:spcBef>
              <a:spcAft>
                <a:spcPts val="0"/>
              </a:spcAft>
              <a:buSzPts val="900"/>
              <a:buChar char="○"/>
            </a:pPr>
            <a:r>
              <a:rPr lang="en-US" sz="1200"/>
              <a:t>Retrofit is the reference category</a:t>
            </a:r>
            <a:endParaRPr/>
          </a:p>
          <a:p>
            <a:pPr indent="-285750" lvl="1" marL="914400" rtl="0" algn="l">
              <a:lnSpc>
                <a:spcPct val="115000"/>
              </a:lnSpc>
              <a:spcBef>
                <a:spcPts val="0"/>
              </a:spcBef>
              <a:spcAft>
                <a:spcPts val="0"/>
              </a:spcAft>
              <a:buSzPts val="900"/>
              <a:buChar char="○"/>
            </a:pPr>
            <a:r>
              <a:rPr b="1" lang="en-US" sz="1200"/>
              <a:t>TransitScore (Numeric - Continuous): </a:t>
            </a:r>
            <a:r>
              <a:rPr lang="en-US" sz="1200"/>
              <a:t>Public transit accessibility score (0-100)</a:t>
            </a:r>
            <a:endParaRPr/>
          </a:p>
          <a:p>
            <a:pPr indent="-285750" lvl="1" marL="914400" rtl="0" algn="l">
              <a:lnSpc>
                <a:spcPct val="115000"/>
              </a:lnSpc>
              <a:spcBef>
                <a:spcPts val="0"/>
              </a:spcBef>
              <a:spcAft>
                <a:spcPts val="0"/>
              </a:spcAft>
              <a:buSzPts val="900"/>
              <a:buChar char="○"/>
            </a:pPr>
            <a:r>
              <a:rPr b="1" lang="en-US" sz="1200"/>
              <a:t>OccupancyRate (Numeric - Continuous): </a:t>
            </a:r>
            <a:r>
              <a:rPr lang="en-US" sz="1200"/>
              <a:t>Average annual occupancy rate (%)</a:t>
            </a:r>
            <a:endParaRPr/>
          </a:p>
        </p:txBody>
      </p:sp>
      <p:sp>
        <p:nvSpPr>
          <p:cNvPr id="443" name="Google Shape;443;p4"/>
          <p:cNvSpPr txBox="1"/>
          <p:nvPr/>
        </p:nvSpPr>
        <p:spPr>
          <a:xfrm>
            <a:off x="190698" y="3819131"/>
            <a:ext cx="8812300" cy="1000274"/>
          </a:xfrm>
          <a:prstGeom prst="rect">
            <a:avLst/>
          </a:prstGeom>
          <a:solidFill>
            <a:schemeClr val="dk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900" u="sng" cap="none" strike="noStrike">
                <a:solidFill>
                  <a:srgbClr val="000000"/>
                </a:solidFill>
                <a:latin typeface="Arial"/>
                <a:ea typeface="Arial"/>
                <a:cs typeface="Arial"/>
                <a:sym typeface="Arial"/>
              </a:rPr>
              <a:t>BuildingID</a:t>
            </a:r>
            <a:r>
              <a:rPr b="1" i="0" lang="en-US" sz="900" u="none" cap="none" strike="noStrike">
                <a:solidFill>
                  <a:srgbClr val="000000"/>
                </a:solidFill>
                <a:latin typeface="Arial"/>
                <a:ea typeface="Arial"/>
                <a:cs typeface="Arial"/>
                <a:sym typeface="Arial"/>
              </a:rPr>
              <a:t>	</a:t>
            </a:r>
            <a:r>
              <a:rPr b="1" i="0" lang="en-US" sz="900" u="sng" cap="none" strike="noStrike">
                <a:solidFill>
                  <a:srgbClr val="000000"/>
                </a:solidFill>
                <a:latin typeface="Arial"/>
                <a:ea typeface="Arial"/>
                <a:cs typeface="Arial"/>
                <a:sym typeface="Arial"/>
              </a:rPr>
              <a:t>Emissions_tons</a:t>
            </a:r>
            <a:r>
              <a:rPr b="1" i="0" lang="en-US" sz="900" u="none" cap="none" strike="noStrike">
                <a:solidFill>
                  <a:srgbClr val="000000"/>
                </a:solidFill>
                <a:latin typeface="Arial"/>
                <a:ea typeface="Arial"/>
                <a:cs typeface="Arial"/>
                <a:sym typeface="Arial"/>
              </a:rPr>
              <a:t>	         </a:t>
            </a:r>
            <a:r>
              <a:rPr b="1" i="0" lang="en-US" sz="900" u="sng" cap="none" strike="noStrike">
                <a:solidFill>
                  <a:srgbClr val="000000"/>
                </a:solidFill>
                <a:latin typeface="Arial"/>
                <a:ea typeface="Arial"/>
                <a:cs typeface="Arial"/>
                <a:sym typeface="Arial"/>
              </a:rPr>
              <a:t>FloorArea_kSqFt</a:t>
            </a:r>
            <a:r>
              <a:rPr b="1" i="0" lang="en-US" sz="900" u="none" cap="none" strike="noStrike">
                <a:solidFill>
                  <a:srgbClr val="000000"/>
                </a:solidFill>
                <a:latin typeface="Arial"/>
                <a:ea typeface="Arial"/>
                <a:cs typeface="Arial"/>
                <a:sym typeface="Arial"/>
              </a:rPr>
              <a:t>	</a:t>
            </a:r>
            <a:r>
              <a:rPr b="1" i="0" lang="en-US" sz="900" u="sng" cap="none" strike="noStrike">
                <a:solidFill>
                  <a:srgbClr val="000000"/>
                </a:solidFill>
                <a:latin typeface="Arial"/>
                <a:ea typeface="Arial"/>
                <a:cs typeface="Arial"/>
                <a:sym typeface="Arial"/>
              </a:rPr>
              <a:t>EnergyStarScore</a:t>
            </a:r>
            <a:r>
              <a:rPr b="1" i="0" lang="en-US" sz="900" u="none" cap="none" strike="noStrike">
                <a:solidFill>
                  <a:srgbClr val="000000"/>
                </a:solidFill>
                <a:latin typeface="Arial"/>
                <a:ea typeface="Arial"/>
                <a:cs typeface="Arial"/>
                <a:sym typeface="Arial"/>
              </a:rPr>
              <a:t>	</a:t>
            </a:r>
            <a:r>
              <a:rPr b="1" i="0" lang="en-US" sz="900" u="sng" cap="none" strike="noStrike">
                <a:solidFill>
                  <a:srgbClr val="000000"/>
                </a:solidFill>
                <a:latin typeface="Arial"/>
                <a:ea typeface="Arial"/>
                <a:cs typeface="Arial"/>
                <a:sym typeface="Arial"/>
              </a:rPr>
              <a:t>RetrofitStatus</a:t>
            </a:r>
            <a:r>
              <a:rPr b="1" i="0" lang="en-US" sz="900" u="none" cap="none" strike="noStrike">
                <a:solidFill>
                  <a:srgbClr val="000000"/>
                </a:solidFill>
                <a:latin typeface="Arial"/>
                <a:ea typeface="Arial"/>
                <a:cs typeface="Arial"/>
                <a:sym typeface="Arial"/>
              </a:rPr>
              <a:t>	     </a:t>
            </a:r>
            <a:r>
              <a:rPr b="1" i="0" lang="en-US" sz="900" u="sng" cap="none" strike="noStrike">
                <a:solidFill>
                  <a:srgbClr val="000000"/>
                </a:solidFill>
                <a:latin typeface="Arial"/>
                <a:ea typeface="Arial"/>
                <a:cs typeface="Arial"/>
                <a:sym typeface="Arial"/>
              </a:rPr>
              <a:t>TransitScore</a:t>
            </a:r>
            <a:r>
              <a:rPr b="1" i="0" lang="en-US" sz="900" u="none" cap="none" strike="noStrike">
                <a:solidFill>
                  <a:srgbClr val="000000"/>
                </a:solidFill>
                <a:latin typeface="Arial"/>
                <a:ea typeface="Arial"/>
                <a:cs typeface="Arial"/>
                <a:sym typeface="Arial"/>
              </a:rPr>
              <a:t>	         </a:t>
            </a:r>
            <a:r>
              <a:rPr b="1" i="0" lang="en-US" sz="900" u="sng" cap="none" strike="noStrike">
                <a:solidFill>
                  <a:srgbClr val="000000"/>
                </a:solidFill>
                <a:latin typeface="Arial"/>
                <a:ea typeface="Arial"/>
                <a:cs typeface="Arial"/>
                <a:sym typeface="Arial"/>
              </a:rPr>
              <a:t>OccupancyRate</a:t>
            </a:r>
            <a:endParaRPr/>
          </a:p>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1	20	         51.2		35.6		Retrofit	     33.6	         77.7</a:t>
            </a:r>
            <a:endParaRPr/>
          </a:p>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2	86.1	         224.2		69.1		Retrofit	     89.7	         91.6</a:t>
            </a:r>
            <a:endParaRPr/>
          </a:p>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3	84.7	         234.5		68.7		Retrofit	     84.6	         57.9</a:t>
            </a:r>
            <a:endParaRPr/>
          </a:p>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4	71.7	         122.5		38.2		Retrofit	     42.5	         96.6</a:t>
            </a:r>
            <a:endParaRPr/>
          </a:p>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5	63.2	         109.3		70		No Retrofit	     97.6	         51.9</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
          <p:cNvSpPr txBox="1"/>
          <p:nvPr>
            <p:ph type="title"/>
          </p:nvPr>
        </p:nvSpPr>
        <p:spPr>
          <a:xfrm>
            <a:off x="256025" y="213150"/>
            <a:ext cx="57501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Research Questions</a:t>
            </a:r>
            <a:endParaRPr/>
          </a:p>
        </p:txBody>
      </p:sp>
      <p:sp>
        <p:nvSpPr>
          <p:cNvPr id="449" name="Google Shape;449;p5"/>
          <p:cNvSpPr txBox="1"/>
          <p:nvPr>
            <p:ph idx="2" type="subTitle"/>
          </p:nvPr>
        </p:nvSpPr>
        <p:spPr>
          <a:xfrm>
            <a:off x="7657750" y="256025"/>
            <a:ext cx="1230300" cy="2757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SzPts val="800"/>
              <a:buNone/>
            </a:pPr>
            <a:r>
              <a:rPr lang="en-US">
                <a:solidFill>
                  <a:schemeClr val="lt2"/>
                </a:solidFill>
              </a:rPr>
              <a:t>3</a:t>
            </a:r>
            <a:endParaRPr>
              <a:solidFill>
                <a:schemeClr val="lt2"/>
              </a:solidFill>
            </a:endParaRPr>
          </a:p>
        </p:txBody>
      </p:sp>
      <p:cxnSp>
        <p:nvCxnSpPr>
          <p:cNvPr id="450" name="Google Shape;450;p5"/>
          <p:cNvCxnSpPr/>
          <p:nvPr/>
        </p:nvCxnSpPr>
        <p:spPr>
          <a:xfrm>
            <a:off x="0" y="1218975"/>
            <a:ext cx="9144000" cy="0"/>
          </a:xfrm>
          <a:prstGeom prst="straightConnector1">
            <a:avLst/>
          </a:prstGeom>
          <a:noFill/>
          <a:ln cap="flat" cmpd="sng" w="9525">
            <a:solidFill>
              <a:schemeClr val="dk1"/>
            </a:solidFill>
            <a:prstDash val="solid"/>
            <a:round/>
            <a:headEnd len="sm" w="sm" type="none"/>
            <a:tailEnd len="sm" w="sm" type="none"/>
          </a:ln>
        </p:spPr>
      </p:cxnSp>
      <p:sp>
        <p:nvSpPr>
          <p:cNvPr id="451" name="Google Shape;451;p5"/>
          <p:cNvSpPr/>
          <p:nvPr/>
        </p:nvSpPr>
        <p:spPr>
          <a:xfrm>
            <a:off x="337425" y="1426462"/>
            <a:ext cx="3773100" cy="3211611"/>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452" name="Google Shape;452;p5"/>
          <p:cNvSpPr txBox="1"/>
          <p:nvPr>
            <p:ph idx="4294967295" type="body"/>
          </p:nvPr>
        </p:nvSpPr>
        <p:spPr>
          <a:xfrm>
            <a:off x="476400" y="1926666"/>
            <a:ext cx="3573000" cy="8856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SzPts val="900"/>
              <a:buChar char="-"/>
            </a:pPr>
            <a:r>
              <a:rPr lang="en-US"/>
              <a:t>Common themes across predictors</a:t>
            </a:r>
            <a:endParaRPr/>
          </a:p>
          <a:p>
            <a:pPr indent="0" lvl="0" marL="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SzPts val="900"/>
              <a:buChar char="-"/>
            </a:pPr>
            <a:r>
              <a:rPr lang="en-US"/>
              <a:t>Influence on city planning </a:t>
            </a:r>
            <a:endParaRPr/>
          </a:p>
          <a:p>
            <a:pPr indent="-228600" lvl="0" marL="457200" rtl="0" algn="l">
              <a:lnSpc>
                <a:spcPct val="115000"/>
              </a:lnSpc>
              <a:spcBef>
                <a:spcPts val="0"/>
              </a:spcBef>
              <a:spcAft>
                <a:spcPts val="0"/>
              </a:spcAft>
              <a:buSzPts val="900"/>
              <a:buNone/>
            </a:pPr>
            <a:r>
              <a:t/>
            </a:r>
            <a:endParaRPr/>
          </a:p>
        </p:txBody>
      </p:sp>
      <p:sp>
        <p:nvSpPr>
          <p:cNvPr id="453" name="Google Shape;453;p5"/>
          <p:cNvSpPr txBox="1"/>
          <p:nvPr>
            <p:ph idx="3" type="title"/>
          </p:nvPr>
        </p:nvSpPr>
        <p:spPr>
          <a:xfrm>
            <a:off x="592886" y="1464003"/>
            <a:ext cx="3262200" cy="492443"/>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4800"/>
              <a:buNone/>
            </a:pPr>
            <a:r>
              <a:rPr lang="en-US" sz="1600"/>
              <a:t>Which aspects of commercial buildings drive carbon emissions?</a:t>
            </a:r>
            <a:endParaRPr sz="1600"/>
          </a:p>
        </p:txBody>
      </p:sp>
      <p:sp>
        <p:nvSpPr>
          <p:cNvPr id="454" name="Google Shape;454;p5"/>
          <p:cNvSpPr txBox="1"/>
          <p:nvPr/>
        </p:nvSpPr>
        <p:spPr>
          <a:xfrm>
            <a:off x="542436" y="3032267"/>
            <a:ext cx="3262200" cy="7386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4800"/>
              <a:buFont typeface="Source Serif 4"/>
              <a:buNone/>
            </a:pPr>
            <a:r>
              <a:rPr b="0" i="1" lang="en-US" sz="1600" u="none" cap="none" strike="noStrike">
                <a:solidFill>
                  <a:schemeClr val="lt2"/>
                </a:solidFill>
                <a:latin typeface="Source Serif 4"/>
                <a:ea typeface="Source Serif 4"/>
                <a:cs typeface="Source Serif 4"/>
                <a:sym typeface="Source Serif 4"/>
              </a:rPr>
              <a:t>Is energy retrofit effective in reducing emissions compared to other factors?</a:t>
            </a:r>
            <a:endParaRPr/>
          </a:p>
        </p:txBody>
      </p:sp>
      <p:sp>
        <p:nvSpPr>
          <p:cNvPr id="455" name="Google Shape;455;p5"/>
          <p:cNvSpPr txBox="1"/>
          <p:nvPr/>
        </p:nvSpPr>
        <p:spPr>
          <a:xfrm>
            <a:off x="476400" y="3676059"/>
            <a:ext cx="3573000" cy="8856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chemeClr val="lt2"/>
              </a:buClr>
              <a:buSzPts val="900"/>
              <a:buFont typeface="Montserrat"/>
              <a:buNone/>
            </a:pPr>
            <a:r>
              <a:t/>
            </a:r>
            <a:endParaRPr b="0" i="0" sz="900" u="none" cap="none" strike="noStrike">
              <a:solidFill>
                <a:schemeClr val="lt2"/>
              </a:solidFill>
              <a:latin typeface="Montserrat"/>
              <a:ea typeface="Montserrat"/>
              <a:cs typeface="Montserrat"/>
              <a:sym typeface="Montserrat"/>
            </a:endParaRPr>
          </a:p>
          <a:p>
            <a:pPr indent="-285750" lvl="0" marL="457200" marR="0" rtl="0" algn="l">
              <a:lnSpc>
                <a:spcPct val="115000"/>
              </a:lnSpc>
              <a:spcBef>
                <a:spcPts val="0"/>
              </a:spcBef>
              <a:spcAft>
                <a:spcPts val="0"/>
              </a:spcAft>
              <a:buClr>
                <a:schemeClr val="lt2"/>
              </a:buClr>
              <a:buSzPts val="900"/>
              <a:buFont typeface="Montserrat"/>
              <a:buChar char="-"/>
            </a:pPr>
            <a:r>
              <a:rPr b="0" i="0" lang="en-US" sz="900" u="none" cap="none" strike="noStrike">
                <a:solidFill>
                  <a:schemeClr val="lt2"/>
                </a:solidFill>
                <a:latin typeface="Montserrat"/>
                <a:ea typeface="Montserrat"/>
                <a:cs typeface="Montserrat"/>
                <a:sym typeface="Montserrat"/>
              </a:rPr>
              <a:t>Impact of energy retrofit and scale</a:t>
            </a:r>
            <a:endParaRPr/>
          </a:p>
          <a:p>
            <a:pPr indent="0" lvl="0" marL="0" marR="0" rtl="0" algn="l">
              <a:lnSpc>
                <a:spcPct val="115000"/>
              </a:lnSpc>
              <a:spcBef>
                <a:spcPts val="0"/>
              </a:spcBef>
              <a:spcAft>
                <a:spcPts val="0"/>
              </a:spcAft>
              <a:buClr>
                <a:schemeClr val="lt2"/>
              </a:buClr>
              <a:buSzPts val="900"/>
              <a:buFont typeface="Montserrat"/>
              <a:buNone/>
            </a:pPr>
            <a:r>
              <a:t/>
            </a:r>
            <a:endParaRPr b="0" i="0" sz="900" u="none" cap="none" strike="noStrike">
              <a:solidFill>
                <a:schemeClr val="lt2"/>
              </a:solidFill>
              <a:latin typeface="Montserrat"/>
              <a:ea typeface="Montserrat"/>
              <a:cs typeface="Montserrat"/>
              <a:sym typeface="Montserrat"/>
            </a:endParaRPr>
          </a:p>
          <a:p>
            <a:pPr indent="-285750" lvl="0" marL="457200" marR="0" rtl="0" algn="l">
              <a:lnSpc>
                <a:spcPct val="115000"/>
              </a:lnSpc>
              <a:spcBef>
                <a:spcPts val="0"/>
              </a:spcBef>
              <a:spcAft>
                <a:spcPts val="0"/>
              </a:spcAft>
              <a:buClr>
                <a:schemeClr val="lt2"/>
              </a:buClr>
              <a:buSzPts val="900"/>
              <a:buFont typeface="Montserrat"/>
              <a:buChar char="-"/>
            </a:pPr>
            <a:r>
              <a:rPr b="0" i="0" lang="en-US" sz="900" u="none" cap="none" strike="noStrike">
                <a:solidFill>
                  <a:schemeClr val="lt2"/>
                </a:solidFill>
                <a:latin typeface="Montserrat"/>
                <a:ea typeface="Montserrat"/>
                <a:cs typeface="Montserrat"/>
                <a:sym typeface="Montserrat"/>
              </a:rPr>
              <a:t>Predicted level of emissions</a:t>
            </a:r>
            <a:endParaRPr/>
          </a:p>
          <a:p>
            <a:pPr indent="-228600" lvl="0" marL="457200" marR="0" rtl="0" algn="l">
              <a:lnSpc>
                <a:spcPct val="115000"/>
              </a:lnSpc>
              <a:spcBef>
                <a:spcPts val="0"/>
              </a:spcBef>
              <a:spcAft>
                <a:spcPts val="0"/>
              </a:spcAft>
              <a:buClr>
                <a:schemeClr val="lt2"/>
              </a:buClr>
              <a:buSzPts val="900"/>
              <a:buFont typeface="Montserrat"/>
              <a:buNone/>
            </a:pPr>
            <a:r>
              <a:t/>
            </a:r>
            <a:endParaRPr b="0" i="0" sz="900" u="none" cap="none" strike="noStrike">
              <a:solidFill>
                <a:schemeClr val="lt2"/>
              </a:solidFill>
              <a:latin typeface="Montserrat"/>
              <a:ea typeface="Montserrat"/>
              <a:cs typeface="Montserrat"/>
              <a:sym typeface="Montserrat"/>
            </a:endParaRPr>
          </a:p>
        </p:txBody>
      </p:sp>
      <p:pic>
        <p:nvPicPr>
          <p:cNvPr descr="Just 25 mega cities produce more than half the world's urban greenhouse gas  emissions - MarketWatch" id="456" name="Google Shape;456;p5"/>
          <p:cNvPicPr preferRelativeResize="0"/>
          <p:nvPr/>
        </p:nvPicPr>
        <p:blipFill rotWithShape="1">
          <a:blip r:embed="rId3">
            <a:alphaModFix/>
          </a:blip>
          <a:srcRect b="0" l="0" r="0" t="0"/>
          <a:stretch/>
        </p:blipFill>
        <p:spPr>
          <a:xfrm>
            <a:off x="4249500" y="1567670"/>
            <a:ext cx="4743939" cy="29291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
          <p:cNvSpPr txBox="1"/>
          <p:nvPr>
            <p:ph type="title"/>
          </p:nvPr>
        </p:nvSpPr>
        <p:spPr>
          <a:xfrm>
            <a:off x="256025" y="213150"/>
            <a:ext cx="86319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Data Preprocessing &amp; Exploratory Data Analysis </a:t>
            </a:r>
            <a:endParaRPr/>
          </a:p>
        </p:txBody>
      </p:sp>
      <p:sp>
        <p:nvSpPr>
          <p:cNvPr id="462" name="Google Shape;462;p6"/>
          <p:cNvSpPr txBox="1"/>
          <p:nvPr>
            <p:ph idx="1" type="body"/>
          </p:nvPr>
        </p:nvSpPr>
        <p:spPr>
          <a:xfrm>
            <a:off x="18150" y="858375"/>
            <a:ext cx="9107700" cy="1238801"/>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0"/>
              </a:spcBef>
              <a:spcAft>
                <a:spcPts val="0"/>
              </a:spcAft>
              <a:buClr>
                <a:srgbClr val="3C4043"/>
              </a:buClr>
              <a:buSzPts val="1200"/>
              <a:buFont typeface="Arial"/>
              <a:buAutoNum type="arabicPeriod"/>
            </a:pPr>
            <a:r>
              <a:rPr b="1" lang="en-US" sz="1000">
                <a:solidFill>
                  <a:srgbClr val="3C4043"/>
                </a:solidFill>
              </a:rPr>
              <a:t>Data Cleaning</a:t>
            </a:r>
            <a:endParaRPr sz="1000">
              <a:solidFill>
                <a:srgbClr val="3C4043"/>
              </a:solidFill>
            </a:endParaRPr>
          </a:p>
          <a:p>
            <a:pPr indent="-304800" lvl="1" marL="914400" rtl="0" algn="l">
              <a:lnSpc>
                <a:spcPct val="115000"/>
              </a:lnSpc>
              <a:spcBef>
                <a:spcPts val="0"/>
              </a:spcBef>
              <a:spcAft>
                <a:spcPts val="0"/>
              </a:spcAft>
              <a:buClr>
                <a:srgbClr val="3C4043"/>
              </a:buClr>
              <a:buSzPts val="1200"/>
              <a:buFont typeface="Arial"/>
              <a:buChar char="○"/>
            </a:pPr>
            <a:r>
              <a:rPr lang="en-US" sz="1000">
                <a:solidFill>
                  <a:srgbClr val="3C4043"/>
                </a:solidFill>
              </a:rPr>
              <a:t>Removed na/null values</a:t>
            </a:r>
            <a:endParaRPr sz="1000">
              <a:solidFill>
                <a:srgbClr val="3C4043"/>
              </a:solidFill>
            </a:endParaRPr>
          </a:p>
          <a:p>
            <a:pPr indent="-304800" lvl="1" marL="914400" rtl="0" algn="l">
              <a:lnSpc>
                <a:spcPct val="115000"/>
              </a:lnSpc>
              <a:spcBef>
                <a:spcPts val="0"/>
              </a:spcBef>
              <a:spcAft>
                <a:spcPts val="0"/>
              </a:spcAft>
              <a:buClr>
                <a:srgbClr val="3C4043"/>
              </a:buClr>
              <a:buSzPts val="1200"/>
              <a:buChar char="○"/>
            </a:pPr>
            <a:r>
              <a:rPr lang="en-US" sz="1000">
                <a:solidFill>
                  <a:srgbClr val="3C4043"/>
                </a:solidFill>
              </a:rPr>
              <a:t>Converted variables to appropriate data types</a:t>
            </a:r>
            <a:endParaRPr sz="1000">
              <a:solidFill>
                <a:srgbClr val="3C4043"/>
              </a:solidFill>
            </a:endParaRPr>
          </a:p>
          <a:p>
            <a:pPr indent="-304800" lvl="1" marL="914400" rtl="0" algn="l">
              <a:lnSpc>
                <a:spcPct val="115000"/>
              </a:lnSpc>
              <a:spcBef>
                <a:spcPts val="0"/>
              </a:spcBef>
              <a:spcAft>
                <a:spcPts val="0"/>
              </a:spcAft>
              <a:buClr>
                <a:srgbClr val="3C4043"/>
              </a:buClr>
              <a:buSzPts val="1200"/>
              <a:buChar char="○"/>
            </a:pPr>
            <a:r>
              <a:rPr lang="en-US" sz="1000">
                <a:solidFill>
                  <a:srgbClr val="3C4043"/>
                </a:solidFill>
              </a:rPr>
              <a:t>Converted categorical variables with dummy variable</a:t>
            </a:r>
            <a:endParaRPr sz="1000">
              <a:solidFill>
                <a:srgbClr val="3C4043"/>
              </a:solidFill>
            </a:endParaRPr>
          </a:p>
          <a:p>
            <a:pPr indent="-304800" lvl="0" marL="457200" rtl="0" algn="l">
              <a:lnSpc>
                <a:spcPct val="115000"/>
              </a:lnSpc>
              <a:spcBef>
                <a:spcPts val="0"/>
              </a:spcBef>
              <a:spcAft>
                <a:spcPts val="0"/>
              </a:spcAft>
              <a:buClr>
                <a:srgbClr val="3C4043"/>
              </a:buClr>
              <a:buSzPts val="1200"/>
              <a:buFont typeface="Arial"/>
              <a:buAutoNum type="arabicPeriod"/>
            </a:pPr>
            <a:r>
              <a:rPr b="1" lang="en-US" sz="1000">
                <a:solidFill>
                  <a:srgbClr val="3C4043"/>
                </a:solidFill>
              </a:rPr>
              <a:t>Data Visualization and Analysis</a:t>
            </a:r>
            <a:endParaRPr sz="1000">
              <a:solidFill>
                <a:srgbClr val="3C4043"/>
              </a:solidFill>
            </a:endParaRPr>
          </a:p>
          <a:p>
            <a:pPr indent="-304800" lvl="1" marL="914400" rtl="0" algn="l">
              <a:lnSpc>
                <a:spcPct val="115000"/>
              </a:lnSpc>
              <a:spcBef>
                <a:spcPts val="0"/>
              </a:spcBef>
              <a:spcAft>
                <a:spcPts val="0"/>
              </a:spcAft>
              <a:buClr>
                <a:srgbClr val="3C4043"/>
              </a:buClr>
              <a:buSzPts val="1200"/>
              <a:buChar char="○"/>
            </a:pPr>
            <a:r>
              <a:rPr lang="en-US" sz="1000">
                <a:solidFill>
                  <a:srgbClr val="3C4043"/>
                </a:solidFill>
              </a:rPr>
              <a:t>Generated summary statistics</a:t>
            </a:r>
            <a:endParaRPr/>
          </a:p>
          <a:p>
            <a:pPr indent="-304800" lvl="1" marL="914400" rtl="0" algn="l">
              <a:lnSpc>
                <a:spcPct val="115000"/>
              </a:lnSpc>
              <a:spcBef>
                <a:spcPts val="0"/>
              </a:spcBef>
              <a:spcAft>
                <a:spcPts val="0"/>
              </a:spcAft>
              <a:buClr>
                <a:srgbClr val="3C4043"/>
              </a:buClr>
              <a:buSzPts val="1200"/>
              <a:buChar char="○"/>
            </a:pPr>
            <a:r>
              <a:rPr lang="en-US" sz="1000">
                <a:solidFill>
                  <a:srgbClr val="3C4043"/>
                </a:solidFill>
              </a:rPr>
              <a:t>Generated scatterplots for all numerical predictors vs. the response variable</a:t>
            </a:r>
            <a:endParaRPr/>
          </a:p>
        </p:txBody>
      </p:sp>
      <p:sp>
        <p:nvSpPr>
          <p:cNvPr id="463" name="Google Shape;463;p6"/>
          <p:cNvSpPr txBox="1"/>
          <p:nvPr>
            <p:ph idx="2" type="subTitle"/>
          </p:nvPr>
        </p:nvSpPr>
        <p:spPr>
          <a:xfrm>
            <a:off x="7657750" y="256025"/>
            <a:ext cx="1230300" cy="2757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SzPts val="800"/>
              <a:buNone/>
            </a:pPr>
            <a:r>
              <a:rPr lang="en-US">
                <a:solidFill>
                  <a:schemeClr val="lt2"/>
                </a:solidFill>
              </a:rPr>
              <a:t>4</a:t>
            </a:r>
            <a:endParaRPr>
              <a:solidFill>
                <a:schemeClr val="lt2"/>
              </a:solidFill>
            </a:endParaRPr>
          </a:p>
        </p:txBody>
      </p:sp>
      <p:cxnSp>
        <p:nvCxnSpPr>
          <p:cNvPr id="464" name="Google Shape;464;p6"/>
          <p:cNvCxnSpPr/>
          <p:nvPr/>
        </p:nvCxnSpPr>
        <p:spPr>
          <a:xfrm>
            <a:off x="0" y="781225"/>
            <a:ext cx="9144000" cy="0"/>
          </a:xfrm>
          <a:prstGeom prst="straightConnector1">
            <a:avLst/>
          </a:prstGeom>
          <a:noFill/>
          <a:ln cap="flat" cmpd="sng" w="9525">
            <a:solidFill>
              <a:schemeClr val="dk1"/>
            </a:solidFill>
            <a:prstDash val="solid"/>
            <a:round/>
            <a:headEnd len="sm" w="sm" type="none"/>
            <a:tailEnd len="sm" w="sm" type="none"/>
          </a:ln>
        </p:spPr>
      </p:cxnSp>
      <p:pic>
        <p:nvPicPr>
          <p:cNvPr id="465" name="Google Shape;465;p6"/>
          <p:cNvPicPr preferRelativeResize="0"/>
          <p:nvPr/>
        </p:nvPicPr>
        <p:blipFill rotWithShape="1">
          <a:blip r:embed="rId3">
            <a:alphaModFix/>
          </a:blip>
          <a:srcRect b="0" l="0" r="0" t="0"/>
          <a:stretch/>
        </p:blipFill>
        <p:spPr>
          <a:xfrm>
            <a:off x="6463827" y="1275650"/>
            <a:ext cx="2625292" cy="1643052"/>
          </a:xfrm>
          <a:prstGeom prst="rect">
            <a:avLst/>
          </a:prstGeom>
          <a:noFill/>
          <a:ln>
            <a:noFill/>
          </a:ln>
        </p:spPr>
      </p:pic>
      <p:pic>
        <p:nvPicPr>
          <p:cNvPr id="466" name="Google Shape;466;p6"/>
          <p:cNvPicPr preferRelativeResize="0"/>
          <p:nvPr/>
        </p:nvPicPr>
        <p:blipFill rotWithShape="1">
          <a:blip r:embed="rId4">
            <a:alphaModFix/>
          </a:blip>
          <a:srcRect b="0" l="0" r="0" t="0"/>
          <a:stretch/>
        </p:blipFill>
        <p:spPr>
          <a:xfrm>
            <a:off x="3782230" y="3578331"/>
            <a:ext cx="2429564" cy="1551183"/>
          </a:xfrm>
          <a:prstGeom prst="rect">
            <a:avLst/>
          </a:prstGeom>
          <a:noFill/>
          <a:ln>
            <a:noFill/>
          </a:ln>
        </p:spPr>
      </p:pic>
      <p:pic>
        <p:nvPicPr>
          <p:cNvPr id="467" name="Google Shape;467;p6"/>
          <p:cNvPicPr preferRelativeResize="0"/>
          <p:nvPr/>
        </p:nvPicPr>
        <p:blipFill rotWithShape="1">
          <a:blip r:embed="rId5">
            <a:alphaModFix/>
          </a:blip>
          <a:srcRect b="0" l="0" r="0" t="0"/>
          <a:stretch/>
        </p:blipFill>
        <p:spPr>
          <a:xfrm>
            <a:off x="3782230" y="2046616"/>
            <a:ext cx="2429564" cy="1531715"/>
          </a:xfrm>
          <a:prstGeom prst="rect">
            <a:avLst/>
          </a:prstGeom>
          <a:noFill/>
          <a:ln>
            <a:noFill/>
          </a:ln>
        </p:spPr>
      </p:pic>
      <p:pic>
        <p:nvPicPr>
          <p:cNvPr id="468" name="Google Shape;468;p6"/>
          <p:cNvPicPr preferRelativeResize="0"/>
          <p:nvPr/>
        </p:nvPicPr>
        <p:blipFill rotWithShape="1">
          <a:blip r:embed="rId6">
            <a:alphaModFix/>
          </a:blip>
          <a:srcRect b="0" l="0" r="0" t="0"/>
          <a:stretch/>
        </p:blipFill>
        <p:spPr>
          <a:xfrm>
            <a:off x="6399095" y="2919305"/>
            <a:ext cx="2726755" cy="1690530"/>
          </a:xfrm>
          <a:prstGeom prst="rect">
            <a:avLst/>
          </a:prstGeom>
          <a:noFill/>
          <a:ln>
            <a:noFill/>
          </a:ln>
        </p:spPr>
      </p:pic>
      <p:graphicFrame>
        <p:nvGraphicFramePr>
          <p:cNvPr id="469" name="Google Shape;469;p6"/>
          <p:cNvGraphicFramePr/>
          <p:nvPr/>
        </p:nvGraphicFramePr>
        <p:xfrm>
          <a:off x="54881" y="2308224"/>
          <a:ext cx="3000000" cy="3000000"/>
        </p:xfrm>
        <a:graphic>
          <a:graphicData uri="http://schemas.openxmlformats.org/drawingml/2006/table">
            <a:tbl>
              <a:tblPr bandRow="1" firstCol="1" firstRow="1">
                <a:noFill/>
                <a:tableStyleId>{CCBEA816-4625-4CA8-8E74-6A6A39E3170F}</a:tableStyleId>
              </a:tblPr>
              <a:tblGrid>
                <a:gridCol w="828625"/>
                <a:gridCol w="693475"/>
                <a:gridCol w="694225"/>
                <a:gridCol w="694225"/>
                <a:gridCol w="694225"/>
              </a:tblGrid>
              <a:tr h="444050">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Variable</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Mean</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Standard Deviation</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Minimum</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Maximum</a:t>
                      </a:r>
                      <a:endParaRPr sz="700" u="none" cap="none" strike="noStrike">
                        <a:solidFill>
                          <a:schemeClr val="lt2"/>
                        </a:solidFill>
                        <a:latin typeface="Arial"/>
                        <a:ea typeface="Arial"/>
                        <a:cs typeface="Arial"/>
                        <a:sym typeface="Arial"/>
                      </a:endParaRPr>
                    </a:p>
                  </a:txBody>
                  <a:tcPr marT="0" marB="0" marR="42050" marL="42050"/>
                </a:tc>
              </a:tr>
              <a:tr h="275575">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Emissions_tons</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103.1</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72.155</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20</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359.3</a:t>
                      </a:r>
                      <a:endParaRPr b="1" sz="700" u="none" cap="none" strike="noStrike">
                        <a:latin typeface="Arial"/>
                        <a:ea typeface="Arial"/>
                        <a:cs typeface="Arial"/>
                        <a:sym typeface="Arial"/>
                      </a:endParaRPr>
                    </a:p>
                  </a:txBody>
                  <a:tcPr marT="0" marB="0" marR="42050" marL="42050"/>
                </a:tc>
              </a:tr>
              <a:tr h="226600">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FloorArea_kSqFt</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133.1</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71.41</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20.7</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248</a:t>
                      </a:r>
                      <a:endParaRPr b="1" sz="700" u="none" cap="none" strike="noStrike">
                        <a:latin typeface="Arial"/>
                        <a:ea typeface="Arial"/>
                        <a:cs typeface="Arial"/>
                        <a:sym typeface="Arial"/>
                      </a:endParaRPr>
                    </a:p>
                  </a:txBody>
                  <a:tcPr marT="0" marB="0" marR="42050" marL="42050"/>
                </a:tc>
              </a:tr>
              <a:tr h="219925">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EnergyStarScore</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63.64</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17.93</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31.7</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95</a:t>
                      </a:r>
                      <a:endParaRPr b="1" sz="700" u="none" cap="none" strike="noStrike">
                        <a:latin typeface="Arial"/>
                        <a:ea typeface="Arial"/>
                        <a:cs typeface="Arial"/>
                        <a:sym typeface="Arial"/>
                      </a:endParaRPr>
                    </a:p>
                  </a:txBody>
                  <a:tcPr marT="0" marB="0" marR="42050" marL="42050"/>
                </a:tc>
              </a:tr>
              <a:tr h="212175">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TransitScore</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56.99</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23.14</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22</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99.5</a:t>
                      </a:r>
                      <a:endParaRPr b="1" sz="700" u="none" cap="none" strike="noStrike">
                        <a:latin typeface="Arial"/>
                        <a:ea typeface="Arial"/>
                        <a:cs typeface="Arial"/>
                        <a:sym typeface="Arial"/>
                      </a:endParaRPr>
                    </a:p>
                  </a:txBody>
                  <a:tcPr marT="0" marB="0" marR="42050" marL="42050"/>
                </a:tc>
              </a:tr>
              <a:tr h="444050">
                <a:tc>
                  <a:txBody>
                    <a:bodyPr/>
                    <a:lstStyle/>
                    <a:p>
                      <a:pPr indent="0" lvl="0" marL="0" marR="0" rtl="0" algn="ctr">
                        <a:lnSpc>
                          <a:spcPct val="115000"/>
                        </a:lnSpc>
                        <a:spcBef>
                          <a:spcPts val="0"/>
                        </a:spcBef>
                        <a:spcAft>
                          <a:spcPts val="0"/>
                        </a:spcAft>
                        <a:buClr>
                          <a:srgbClr val="000000"/>
                        </a:buClr>
                        <a:buSzPts val="700"/>
                        <a:buFont typeface="Arial"/>
                        <a:buNone/>
                      </a:pPr>
                      <a:r>
                        <a:rPr lang="en-US" sz="700" u="none" cap="none" strike="noStrike">
                          <a:solidFill>
                            <a:schemeClr val="lt2"/>
                          </a:solidFill>
                        </a:rPr>
                        <a:t>OccupancyRate</a:t>
                      </a:r>
                      <a:endParaRPr sz="700" u="none" cap="none" strike="noStrike">
                        <a:solidFill>
                          <a:schemeClr val="lt2"/>
                        </a:solidFill>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76.32</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14.7</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50.2</a:t>
                      </a:r>
                      <a:endParaRPr b="1" sz="700" u="none" cap="none" strike="noStrike">
                        <a:latin typeface="Arial"/>
                        <a:ea typeface="Arial"/>
                        <a:cs typeface="Arial"/>
                        <a:sym typeface="Arial"/>
                      </a:endParaRPr>
                    </a:p>
                  </a:txBody>
                  <a:tcPr marT="0" marB="0" marR="42050" marL="42050"/>
                </a:tc>
                <a:tc>
                  <a:txBody>
                    <a:bodyPr/>
                    <a:lstStyle/>
                    <a:p>
                      <a:pPr indent="0" lvl="0" marL="0" marR="0" rtl="0" algn="ctr">
                        <a:lnSpc>
                          <a:spcPct val="115000"/>
                        </a:lnSpc>
                        <a:spcBef>
                          <a:spcPts val="0"/>
                        </a:spcBef>
                        <a:spcAft>
                          <a:spcPts val="0"/>
                        </a:spcAft>
                        <a:buClr>
                          <a:srgbClr val="000000"/>
                        </a:buClr>
                        <a:buSzPts val="700"/>
                        <a:buFont typeface="Arial"/>
                        <a:buNone/>
                      </a:pPr>
                      <a:r>
                        <a:rPr b="1" lang="en-US" sz="700" u="none" cap="none" strike="noStrike"/>
                        <a:t>99.2</a:t>
                      </a:r>
                      <a:endParaRPr b="1" sz="700" u="none" cap="none" strike="noStrike">
                        <a:latin typeface="Arial"/>
                        <a:ea typeface="Arial"/>
                        <a:cs typeface="Arial"/>
                        <a:sym typeface="Arial"/>
                      </a:endParaRPr>
                    </a:p>
                  </a:txBody>
                  <a:tcPr marT="0" marB="0" marR="42050" marL="420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
          <p:cNvSpPr/>
          <p:nvPr/>
        </p:nvSpPr>
        <p:spPr>
          <a:xfrm>
            <a:off x="6227775" y="1776449"/>
            <a:ext cx="2778300" cy="3173921"/>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475" name="Google Shape;475;p7"/>
          <p:cNvSpPr/>
          <p:nvPr/>
        </p:nvSpPr>
        <p:spPr>
          <a:xfrm>
            <a:off x="3158987" y="1776449"/>
            <a:ext cx="2847137" cy="3153899"/>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476" name="Google Shape;476;p7"/>
          <p:cNvSpPr/>
          <p:nvPr/>
        </p:nvSpPr>
        <p:spPr>
          <a:xfrm>
            <a:off x="163012" y="1776450"/>
            <a:ext cx="2778300" cy="3153898"/>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Montserrat"/>
              <a:ea typeface="Montserrat"/>
              <a:cs typeface="Montserrat"/>
              <a:sym typeface="Montserrat"/>
            </a:endParaRPr>
          </a:p>
        </p:txBody>
      </p:sp>
      <p:sp>
        <p:nvSpPr>
          <p:cNvPr id="477" name="Google Shape;477;p7"/>
          <p:cNvSpPr txBox="1"/>
          <p:nvPr>
            <p:ph type="title"/>
          </p:nvPr>
        </p:nvSpPr>
        <p:spPr>
          <a:xfrm>
            <a:off x="256025" y="213150"/>
            <a:ext cx="57501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Methodology and Analytical Tools</a:t>
            </a:r>
            <a:endParaRPr/>
          </a:p>
        </p:txBody>
      </p:sp>
      <p:sp>
        <p:nvSpPr>
          <p:cNvPr id="478" name="Google Shape;478;p7"/>
          <p:cNvSpPr txBox="1"/>
          <p:nvPr>
            <p:ph idx="2" type="subTitle"/>
          </p:nvPr>
        </p:nvSpPr>
        <p:spPr>
          <a:xfrm>
            <a:off x="7657750" y="256025"/>
            <a:ext cx="1230300" cy="2757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SzPts val="800"/>
              <a:buNone/>
            </a:pPr>
            <a:r>
              <a:rPr lang="en-US">
                <a:solidFill>
                  <a:schemeClr val="lt2"/>
                </a:solidFill>
              </a:rPr>
              <a:t>5</a:t>
            </a:r>
            <a:endParaRPr>
              <a:solidFill>
                <a:schemeClr val="lt2"/>
              </a:solidFill>
            </a:endParaRPr>
          </a:p>
        </p:txBody>
      </p:sp>
      <p:cxnSp>
        <p:nvCxnSpPr>
          <p:cNvPr id="479" name="Google Shape;479;p7"/>
          <p:cNvCxnSpPr/>
          <p:nvPr/>
        </p:nvCxnSpPr>
        <p:spPr>
          <a:xfrm>
            <a:off x="0" y="1218975"/>
            <a:ext cx="9144000" cy="0"/>
          </a:xfrm>
          <a:prstGeom prst="straightConnector1">
            <a:avLst/>
          </a:prstGeom>
          <a:noFill/>
          <a:ln cap="flat" cmpd="sng" w="9525">
            <a:solidFill>
              <a:schemeClr val="dk1"/>
            </a:solidFill>
            <a:prstDash val="solid"/>
            <a:round/>
            <a:headEnd len="sm" w="sm" type="none"/>
            <a:tailEnd len="sm" w="sm" type="none"/>
          </a:ln>
        </p:spPr>
      </p:cxnSp>
      <p:sp>
        <p:nvSpPr>
          <p:cNvPr id="480" name="Google Shape;480;p7"/>
          <p:cNvSpPr txBox="1"/>
          <p:nvPr>
            <p:ph idx="4294967295" type="body"/>
          </p:nvPr>
        </p:nvSpPr>
        <p:spPr>
          <a:xfrm>
            <a:off x="256025" y="2032197"/>
            <a:ext cx="2402100" cy="19776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SzPts val="900"/>
              <a:buNone/>
            </a:pPr>
            <a:r>
              <a:t/>
            </a:r>
            <a:endParaRPr/>
          </a:p>
          <a:p>
            <a:pPr indent="0" lvl="0" marL="45720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SzPts val="900"/>
              <a:buChar char="-"/>
            </a:pPr>
            <a:r>
              <a:rPr lang="en-US"/>
              <a:t>Very efficient and does not require high computational power</a:t>
            </a:r>
            <a:br>
              <a:rPr lang="en-US"/>
            </a:br>
            <a:endParaRPr/>
          </a:p>
          <a:p>
            <a:pPr indent="-285750" lvl="0" marL="457200" rtl="0" algn="l">
              <a:lnSpc>
                <a:spcPct val="115000"/>
              </a:lnSpc>
              <a:spcBef>
                <a:spcPts val="0"/>
              </a:spcBef>
              <a:spcAft>
                <a:spcPts val="0"/>
              </a:spcAft>
              <a:buSzPts val="900"/>
              <a:buChar char="-"/>
            </a:pPr>
            <a:r>
              <a:rPr lang="en-US"/>
              <a:t>Provides strong predictive power of a single numerical or categorical variable for a single numerical response variable</a:t>
            </a:r>
            <a:br>
              <a:rPr lang="en-US"/>
            </a:br>
            <a:endParaRPr/>
          </a:p>
          <a:p>
            <a:pPr indent="-285750" lvl="0" marL="457200" rtl="0" algn="l">
              <a:lnSpc>
                <a:spcPct val="115000"/>
              </a:lnSpc>
              <a:spcBef>
                <a:spcPts val="0"/>
              </a:spcBef>
              <a:spcAft>
                <a:spcPts val="0"/>
              </a:spcAft>
              <a:buSzPts val="900"/>
              <a:buChar char="-"/>
            </a:pPr>
            <a:r>
              <a:rPr lang="en-US"/>
              <a:t>Highly interpretable coefficients that shows us exactly which predictors are the most valuable</a:t>
            </a:r>
            <a:endParaRPr/>
          </a:p>
          <a:p>
            <a:pPr indent="-228600" lvl="0" marL="457200" marR="0" rtl="0" algn="l">
              <a:lnSpc>
                <a:spcPct val="100000"/>
              </a:lnSpc>
              <a:spcBef>
                <a:spcPts val="0"/>
              </a:spcBef>
              <a:spcAft>
                <a:spcPts val="0"/>
              </a:spcAft>
              <a:buSzPts val="900"/>
              <a:buNone/>
            </a:pPr>
            <a:r>
              <a:t/>
            </a:r>
            <a:endParaRPr/>
          </a:p>
        </p:txBody>
      </p:sp>
      <p:sp>
        <p:nvSpPr>
          <p:cNvPr id="481" name="Google Shape;481;p7"/>
          <p:cNvSpPr txBox="1"/>
          <p:nvPr>
            <p:ph idx="4294967295" type="body"/>
          </p:nvPr>
        </p:nvSpPr>
        <p:spPr>
          <a:xfrm>
            <a:off x="3370950" y="2170625"/>
            <a:ext cx="2402100" cy="20268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0"/>
              </a:spcBef>
              <a:spcAft>
                <a:spcPts val="0"/>
              </a:spcAft>
              <a:buSzPts val="900"/>
              <a:buNone/>
            </a:pPr>
            <a:r>
              <a:t/>
            </a:r>
            <a:endParaRPr/>
          </a:p>
          <a:p>
            <a:pPr indent="-285750" lvl="0" marL="457200" rtl="0" algn="l">
              <a:lnSpc>
                <a:spcPct val="100000"/>
              </a:lnSpc>
              <a:spcBef>
                <a:spcPts val="0"/>
              </a:spcBef>
              <a:spcAft>
                <a:spcPts val="0"/>
              </a:spcAft>
              <a:buSzPts val="900"/>
              <a:buChar char="-"/>
            </a:pPr>
            <a:r>
              <a:rPr lang="en-US"/>
              <a:t>Efficient modeling method that also does not require high computational power</a:t>
            </a:r>
            <a:br>
              <a:rPr lang="en-US"/>
            </a:br>
            <a:endParaRPr/>
          </a:p>
          <a:p>
            <a:pPr indent="-228600" lvl="0" marL="457200" rtl="0" algn="l">
              <a:lnSpc>
                <a:spcPct val="100000"/>
              </a:lnSpc>
              <a:spcBef>
                <a:spcPts val="0"/>
              </a:spcBef>
              <a:spcAft>
                <a:spcPts val="0"/>
              </a:spcAft>
              <a:buSzPts val="900"/>
              <a:buNone/>
            </a:pPr>
            <a:r>
              <a:t/>
            </a:r>
            <a:endParaRPr/>
          </a:p>
          <a:p>
            <a:pPr indent="-285750" lvl="0" marL="457200" rtl="0" algn="l">
              <a:lnSpc>
                <a:spcPct val="100000"/>
              </a:lnSpc>
              <a:spcBef>
                <a:spcPts val="0"/>
              </a:spcBef>
              <a:spcAft>
                <a:spcPts val="0"/>
              </a:spcAft>
              <a:buSzPts val="900"/>
              <a:buChar char="-"/>
            </a:pPr>
            <a:r>
              <a:rPr lang="en-US"/>
              <a:t>Same predictive power as simple linear regression, but instead we can use multiple numerical and categorical variables for a numerical response variable</a:t>
            </a:r>
            <a:br>
              <a:rPr lang="en-US"/>
            </a:br>
            <a:endParaRPr/>
          </a:p>
          <a:p>
            <a:pPr indent="-228600" lvl="0" marL="457200" rtl="0" algn="l">
              <a:lnSpc>
                <a:spcPct val="100000"/>
              </a:lnSpc>
              <a:spcBef>
                <a:spcPts val="0"/>
              </a:spcBef>
              <a:spcAft>
                <a:spcPts val="0"/>
              </a:spcAft>
              <a:buSzPts val="900"/>
              <a:buNone/>
            </a:pPr>
            <a:r>
              <a:t/>
            </a:r>
            <a:endParaRPr/>
          </a:p>
          <a:p>
            <a:pPr indent="-285750" lvl="0" marL="457200" rtl="0" algn="l">
              <a:lnSpc>
                <a:spcPct val="100000"/>
              </a:lnSpc>
              <a:spcBef>
                <a:spcPts val="0"/>
              </a:spcBef>
              <a:spcAft>
                <a:spcPts val="0"/>
              </a:spcAft>
              <a:buSzPts val="900"/>
              <a:buChar char="-"/>
            </a:pPr>
            <a:r>
              <a:rPr lang="en-US"/>
              <a:t>Additional interpretability by allowing all predictors to be used in one regression model</a:t>
            </a:r>
            <a:endParaRPr/>
          </a:p>
          <a:p>
            <a:pPr indent="-228600" lvl="0" marL="457200" rtl="0" algn="l">
              <a:lnSpc>
                <a:spcPct val="115000"/>
              </a:lnSpc>
              <a:spcBef>
                <a:spcPts val="0"/>
              </a:spcBef>
              <a:spcAft>
                <a:spcPts val="0"/>
              </a:spcAft>
              <a:buSzPts val="900"/>
              <a:buNone/>
            </a:pPr>
            <a:r>
              <a:t/>
            </a:r>
            <a:endParaRPr/>
          </a:p>
        </p:txBody>
      </p:sp>
      <p:sp>
        <p:nvSpPr>
          <p:cNvPr id="482" name="Google Shape;482;p7"/>
          <p:cNvSpPr txBox="1"/>
          <p:nvPr>
            <p:ph idx="4294967295" type="body"/>
          </p:nvPr>
        </p:nvSpPr>
        <p:spPr>
          <a:xfrm>
            <a:off x="6348438" y="2252593"/>
            <a:ext cx="2402100" cy="20016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0"/>
              </a:spcBef>
              <a:spcAft>
                <a:spcPts val="0"/>
              </a:spcAft>
              <a:buSzPts val="900"/>
              <a:buChar char="-"/>
            </a:pPr>
            <a:r>
              <a:rPr lang="en-US"/>
              <a:t>Programming language built specifically for complex data analysis</a:t>
            </a:r>
            <a:br>
              <a:rPr lang="en-US"/>
            </a:br>
            <a:endParaRPr/>
          </a:p>
          <a:p>
            <a:pPr indent="-228600" lvl="0" marL="45720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SzPts val="900"/>
              <a:buChar char="-"/>
            </a:pPr>
            <a:r>
              <a:rPr lang="en-US"/>
              <a:t>Advanced data visualization packages allowing for in-depth analysis for delivery to non-technical audiences</a:t>
            </a:r>
            <a:endParaRPr/>
          </a:p>
          <a:p>
            <a:pPr indent="0" lvl="0" marL="0" rtl="0" algn="l">
              <a:lnSpc>
                <a:spcPct val="115000"/>
              </a:lnSpc>
              <a:spcBef>
                <a:spcPts val="0"/>
              </a:spcBef>
              <a:spcAft>
                <a:spcPts val="0"/>
              </a:spcAft>
              <a:buSzPts val="900"/>
              <a:buNone/>
            </a:pPr>
            <a:r>
              <a:t/>
            </a:r>
            <a:endParaRPr/>
          </a:p>
          <a:p>
            <a:pPr indent="0" lvl="0" marL="0" rtl="0" algn="l">
              <a:lnSpc>
                <a:spcPct val="115000"/>
              </a:lnSpc>
              <a:spcBef>
                <a:spcPts val="0"/>
              </a:spcBef>
              <a:spcAft>
                <a:spcPts val="0"/>
              </a:spcAft>
              <a:buSzPts val="900"/>
              <a:buNone/>
            </a:pPr>
            <a:r>
              <a:t/>
            </a:r>
            <a:endParaRPr/>
          </a:p>
          <a:p>
            <a:pPr indent="-285750" lvl="0" marL="457200" rtl="0" algn="l">
              <a:lnSpc>
                <a:spcPct val="115000"/>
              </a:lnSpc>
              <a:spcBef>
                <a:spcPts val="0"/>
              </a:spcBef>
              <a:spcAft>
                <a:spcPts val="0"/>
              </a:spcAft>
              <a:buSzPts val="900"/>
              <a:buChar char="-"/>
            </a:pPr>
            <a:r>
              <a:rPr lang="en-US"/>
              <a:t>Multiple data modeling packages available for deeper analysis techniques</a:t>
            </a:r>
            <a:endParaRPr/>
          </a:p>
          <a:p>
            <a:pPr indent="0" lvl="0" marL="457200" rtl="0" algn="l">
              <a:lnSpc>
                <a:spcPct val="115000"/>
              </a:lnSpc>
              <a:spcBef>
                <a:spcPts val="0"/>
              </a:spcBef>
              <a:spcAft>
                <a:spcPts val="0"/>
              </a:spcAft>
              <a:buSzPts val="900"/>
              <a:buNone/>
            </a:pPr>
            <a:r>
              <a:t/>
            </a:r>
            <a:endParaRPr/>
          </a:p>
        </p:txBody>
      </p:sp>
      <p:sp>
        <p:nvSpPr>
          <p:cNvPr id="483" name="Google Shape;483;p7"/>
          <p:cNvSpPr txBox="1"/>
          <p:nvPr>
            <p:ph idx="3" type="title"/>
          </p:nvPr>
        </p:nvSpPr>
        <p:spPr>
          <a:xfrm>
            <a:off x="163012" y="1906226"/>
            <a:ext cx="2728125" cy="276999"/>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4800"/>
              <a:buNone/>
            </a:pPr>
            <a:r>
              <a:rPr lang="en-US" sz="1800"/>
              <a:t>Simple Linear Regression</a:t>
            </a:r>
            <a:endParaRPr sz="1800"/>
          </a:p>
        </p:txBody>
      </p:sp>
      <p:sp>
        <p:nvSpPr>
          <p:cNvPr id="484" name="Google Shape;484;p7"/>
          <p:cNvSpPr txBox="1"/>
          <p:nvPr>
            <p:ph idx="5" type="title"/>
          </p:nvPr>
        </p:nvSpPr>
        <p:spPr>
          <a:xfrm>
            <a:off x="3207614" y="1871071"/>
            <a:ext cx="2752310" cy="276999"/>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4800"/>
              <a:buNone/>
            </a:pPr>
            <a:r>
              <a:rPr lang="en-US" sz="1800"/>
              <a:t>Multiple Linear Regression</a:t>
            </a:r>
            <a:endParaRPr/>
          </a:p>
        </p:txBody>
      </p:sp>
      <p:sp>
        <p:nvSpPr>
          <p:cNvPr id="485" name="Google Shape;485;p7"/>
          <p:cNvSpPr txBox="1"/>
          <p:nvPr>
            <p:ph idx="7" type="title"/>
          </p:nvPr>
        </p:nvSpPr>
        <p:spPr>
          <a:xfrm>
            <a:off x="6267334" y="1841338"/>
            <a:ext cx="2738741" cy="276999"/>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4800"/>
              <a:buNone/>
            </a:pPr>
            <a:r>
              <a:rPr lang="en-US" sz="1800"/>
              <a:t>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
          <p:cNvSpPr/>
          <p:nvPr/>
        </p:nvSpPr>
        <p:spPr>
          <a:xfrm>
            <a:off x="256025" y="1233350"/>
            <a:ext cx="8632025" cy="3655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491" name="Google Shape;491;p8"/>
          <p:cNvSpPr txBox="1"/>
          <p:nvPr>
            <p:ph type="title"/>
          </p:nvPr>
        </p:nvSpPr>
        <p:spPr>
          <a:xfrm>
            <a:off x="256025" y="213150"/>
            <a:ext cx="5750100" cy="4154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Results &amp; Findings </a:t>
            </a:r>
            <a:endParaRPr/>
          </a:p>
        </p:txBody>
      </p:sp>
      <p:sp>
        <p:nvSpPr>
          <p:cNvPr id="492" name="Google Shape;492;p8"/>
          <p:cNvSpPr txBox="1"/>
          <p:nvPr>
            <p:ph idx="5" type="body"/>
          </p:nvPr>
        </p:nvSpPr>
        <p:spPr>
          <a:xfrm>
            <a:off x="379126" y="1599438"/>
            <a:ext cx="8385747" cy="3490186"/>
          </a:xfrm>
          <a:prstGeom prst="rect">
            <a:avLst/>
          </a:prstGeom>
          <a:noFill/>
          <a:ln>
            <a:noFill/>
          </a:ln>
        </p:spPr>
        <p:txBody>
          <a:bodyPr anchorCtr="0" anchor="t" bIns="0" lIns="0" spcFirstLastPara="1" rIns="0" wrap="square" tIns="0">
            <a:spAutoFit/>
          </a:bodyPr>
          <a:lstStyle/>
          <a:p>
            <a:pPr indent="-155575" lvl="0" marL="228600" rtl="0" algn="l">
              <a:lnSpc>
                <a:spcPct val="115000"/>
              </a:lnSpc>
              <a:spcBef>
                <a:spcPts val="1000"/>
              </a:spcBef>
              <a:spcAft>
                <a:spcPts val="0"/>
              </a:spcAft>
              <a:buSzPts val="800"/>
              <a:buFont typeface="Montserrat"/>
              <a:buChar char="➛"/>
            </a:pPr>
            <a:r>
              <a:rPr b="1" lang="en-US" sz="1000">
                <a:solidFill>
                  <a:srgbClr val="000000"/>
                </a:solidFill>
              </a:rPr>
              <a:t>Simple Linear Regression:</a:t>
            </a:r>
            <a:endParaRPr/>
          </a:p>
          <a:p>
            <a:pPr indent="-285750" lvl="0" marL="457200" rtl="0" algn="l">
              <a:lnSpc>
                <a:spcPct val="115000"/>
              </a:lnSpc>
              <a:spcBef>
                <a:spcPts val="0"/>
              </a:spcBef>
              <a:spcAft>
                <a:spcPts val="0"/>
              </a:spcAft>
              <a:buClr>
                <a:schemeClr val="lt2"/>
              </a:buClr>
              <a:buSzPts val="900"/>
              <a:buFont typeface="Montserrat"/>
              <a:buChar char="●"/>
            </a:pPr>
            <a:r>
              <a:rPr lang="en-US"/>
              <a:t>Building size as the predictor.</a:t>
            </a:r>
            <a:endParaRPr/>
          </a:p>
          <a:p>
            <a:pPr indent="-285750" lvl="1" marL="914400" rtl="0" algn="l">
              <a:lnSpc>
                <a:spcPct val="115000"/>
              </a:lnSpc>
              <a:spcBef>
                <a:spcPts val="0"/>
              </a:spcBef>
              <a:spcAft>
                <a:spcPts val="0"/>
              </a:spcAft>
              <a:buSzPts val="900"/>
              <a:buChar char="○"/>
            </a:pPr>
            <a:r>
              <a:rPr lang="en-US"/>
              <a:t>Estimated regression equation: </a:t>
            </a:r>
            <a:r>
              <a:rPr b="1" lang="en-US"/>
              <a:t>Yhat = 21.9775 + .60963*(building size)</a:t>
            </a:r>
            <a:endParaRPr/>
          </a:p>
          <a:p>
            <a:pPr indent="-285750" lvl="0" marL="457200" rtl="0" algn="l">
              <a:lnSpc>
                <a:spcPct val="115000"/>
              </a:lnSpc>
              <a:spcBef>
                <a:spcPts val="0"/>
              </a:spcBef>
              <a:spcAft>
                <a:spcPts val="0"/>
              </a:spcAft>
              <a:buClr>
                <a:schemeClr val="lt2"/>
              </a:buClr>
              <a:buSzPts val="900"/>
              <a:buFont typeface="Montserrat"/>
              <a:buChar char="●"/>
            </a:pPr>
            <a:r>
              <a:rPr lang="en-US"/>
              <a:t>R² Value Interpretation:</a:t>
            </a:r>
            <a:endParaRPr/>
          </a:p>
          <a:p>
            <a:pPr indent="-285750" lvl="1" marL="914400" rtl="0" algn="l">
              <a:lnSpc>
                <a:spcPct val="115000"/>
              </a:lnSpc>
              <a:spcBef>
                <a:spcPts val="0"/>
              </a:spcBef>
              <a:spcAft>
                <a:spcPts val="0"/>
              </a:spcAft>
              <a:buSzPts val="900"/>
              <a:buChar char="○"/>
            </a:pPr>
            <a:r>
              <a:rPr b="1" lang="en-US"/>
              <a:t>Our R2 value for this model is .364. This means that 36.4% of the variation in emissions can be explained solely by the square footage of the building we are analyzing. </a:t>
            </a:r>
            <a:endParaRPr/>
          </a:p>
          <a:p>
            <a:pPr indent="-285750" lvl="0" marL="457200" rtl="0" algn="l">
              <a:lnSpc>
                <a:spcPct val="115000"/>
              </a:lnSpc>
              <a:spcBef>
                <a:spcPts val="0"/>
              </a:spcBef>
              <a:spcAft>
                <a:spcPts val="0"/>
              </a:spcAft>
              <a:buClr>
                <a:schemeClr val="lt2"/>
              </a:buClr>
              <a:buSzPts val="900"/>
              <a:buFont typeface="Montserrat"/>
              <a:buChar char="●"/>
            </a:pPr>
            <a:r>
              <a:rPr b="1" lang="en-US"/>
              <a:t>Based on the output from our model, we should determine that NO, this model is NOT sufficient for sustainability policy decisions</a:t>
            </a:r>
            <a:r>
              <a:rPr lang="en-US"/>
              <a:t>. This is because we are only using one variable in our model. We need additional predictors to create a more reliable model. We know this based on our R2 value of .364. Since only 36.4% of variability in emissions is explained by this model, we want to add more variables to determine if we can increase the R2 and explain more about emissions from our model.</a:t>
            </a:r>
            <a:endParaRPr/>
          </a:p>
          <a:p>
            <a:pPr indent="-155575" lvl="0" marL="228600" rtl="0" algn="l">
              <a:lnSpc>
                <a:spcPct val="115000"/>
              </a:lnSpc>
              <a:spcBef>
                <a:spcPts val="1100"/>
              </a:spcBef>
              <a:spcAft>
                <a:spcPts val="0"/>
              </a:spcAft>
              <a:buSzPts val="800"/>
              <a:buFont typeface="Montserrat"/>
              <a:buChar char="➛"/>
            </a:pPr>
            <a:r>
              <a:rPr b="1" lang="en-US" sz="1000">
                <a:solidFill>
                  <a:srgbClr val="000000"/>
                </a:solidFill>
              </a:rPr>
              <a:t>Multiple Linear Regression:</a:t>
            </a:r>
            <a:endParaRPr/>
          </a:p>
          <a:p>
            <a:pPr indent="-285750" lvl="0" marL="457200" rtl="0" algn="l">
              <a:lnSpc>
                <a:spcPct val="115000"/>
              </a:lnSpc>
              <a:spcBef>
                <a:spcPts val="0"/>
              </a:spcBef>
              <a:spcAft>
                <a:spcPts val="0"/>
              </a:spcAft>
              <a:buClr>
                <a:schemeClr val="lt2"/>
              </a:buClr>
              <a:buSzPts val="900"/>
              <a:buFont typeface="Montserrat"/>
              <a:buChar char="●"/>
            </a:pPr>
            <a:r>
              <a:rPr lang="en-US"/>
              <a:t>Estimated regression equation: </a:t>
            </a:r>
            <a:r>
              <a:rPr b="1" lang="en-US"/>
              <a:t>Yhat = 70.937 +.70045*(Square Footage) - .61628*(Energy Star Score) - 69.88*(No Retrofit) - .18029*(Transit Score) + .28365*(Occupancy Rate)</a:t>
            </a:r>
            <a:endParaRPr/>
          </a:p>
          <a:p>
            <a:pPr indent="-285750" lvl="0" marL="457200" rtl="0" algn="l">
              <a:lnSpc>
                <a:spcPct val="115000"/>
              </a:lnSpc>
              <a:spcBef>
                <a:spcPts val="0"/>
              </a:spcBef>
              <a:spcAft>
                <a:spcPts val="0"/>
              </a:spcAft>
              <a:buClr>
                <a:schemeClr val="lt2"/>
              </a:buClr>
              <a:buSzPts val="900"/>
              <a:buFont typeface="Montserrat"/>
              <a:buChar char="●"/>
            </a:pPr>
            <a:r>
              <a:rPr lang="en-US"/>
              <a:t>Statistical Significance at α = 0.05:</a:t>
            </a:r>
            <a:endParaRPr/>
          </a:p>
          <a:p>
            <a:pPr indent="-285750" lvl="1" marL="914400" rtl="0" algn="l">
              <a:lnSpc>
                <a:spcPct val="115000"/>
              </a:lnSpc>
              <a:spcBef>
                <a:spcPts val="0"/>
              </a:spcBef>
              <a:spcAft>
                <a:spcPts val="0"/>
              </a:spcAft>
              <a:buSzPts val="900"/>
              <a:buChar char="○"/>
            </a:pPr>
            <a:r>
              <a:rPr b="1" lang="en-US"/>
              <a:t>Square Footage, Energy Star Score, and Retrofit Status are all statistically significant at the .05 significance level</a:t>
            </a:r>
            <a:endParaRPr/>
          </a:p>
          <a:p>
            <a:pPr indent="-285750" lvl="0" marL="457200" rtl="0" algn="l">
              <a:lnSpc>
                <a:spcPct val="115000"/>
              </a:lnSpc>
              <a:spcBef>
                <a:spcPts val="0"/>
              </a:spcBef>
              <a:spcAft>
                <a:spcPts val="0"/>
              </a:spcAft>
              <a:buClr>
                <a:schemeClr val="lt2"/>
              </a:buClr>
              <a:buSzPts val="900"/>
              <a:buFont typeface="Montserrat"/>
              <a:buChar char="●"/>
            </a:pPr>
            <a:r>
              <a:rPr lang="en-US"/>
              <a:t>Effect of Retrofit After Controlling for Other Variables:</a:t>
            </a:r>
            <a:endParaRPr/>
          </a:p>
          <a:p>
            <a:pPr indent="-285750" lvl="1" marL="914400" rtl="0" algn="l">
              <a:lnSpc>
                <a:spcPct val="115000"/>
              </a:lnSpc>
              <a:spcBef>
                <a:spcPts val="0"/>
              </a:spcBef>
              <a:spcAft>
                <a:spcPts val="0"/>
              </a:spcAft>
              <a:buSzPts val="900"/>
              <a:buChar char="○"/>
            </a:pPr>
            <a:r>
              <a:rPr b="1" lang="en-US"/>
              <a:t>Yes, retrofit does appear to reduce emissions. </a:t>
            </a:r>
            <a:r>
              <a:rPr lang="en-US"/>
              <a:t>This is based on the dummy variable we created where we used Retrofit as the reference category. We determined that Retrofit decreased emissions by approximately 69.88 units more than No Retrofit based on the model that we created.</a:t>
            </a:r>
            <a:endParaRPr/>
          </a:p>
          <a:p>
            <a:pPr indent="-228600" lvl="0" marL="457200" rtl="0" algn="l">
              <a:lnSpc>
                <a:spcPct val="115000"/>
              </a:lnSpc>
              <a:spcBef>
                <a:spcPts val="0"/>
              </a:spcBef>
              <a:spcAft>
                <a:spcPts val="0"/>
              </a:spcAft>
              <a:buClr>
                <a:schemeClr val="lt2"/>
              </a:buClr>
              <a:buSzPts val="900"/>
              <a:buFont typeface="Montserrat"/>
              <a:buNone/>
            </a:pPr>
            <a:r>
              <a:t/>
            </a:r>
            <a:endParaRPr/>
          </a:p>
        </p:txBody>
      </p:sp>
      <p:sp>
        <p:nvSpPr>
          <p:cNvPr id="493" name="Google Shape;493;p8"/>
          <p:cNvSpPr txBox="1"/>
          <p:nvPr>
            <p:ph idx="6" type="title"/>
          </p:nvPr>
        </p:nvSpPr>
        <p:spPr>
          <a:xfrm>
            <a:off x="-881474" y="1341463"/>
            <a:ext cx="3957900" cy="183000"/>
          </a:xfrm>
          <a:prstGeom prst="rect">
            <a:avLst/>
          </a:prstGeom>
          <a:noFill/>
          <a:ln>
            <a:noFill/>
          </a:ln>
        </p:spPr>
        <p:txBody>
          <a:bodyPr anchorCtr="0" anchor="t" bIns="0" lIns="0" spcFirstLastPara="1" rIns="0" wrap="square" tIns="0">
            <a:noAutofit/>
          </a:bodyPr>
          <a:lstStyle/>
          <a:p>
            <a:pPr indent="0" lvl="0" marL="0" rtl="0" algn="ctr">
              <a:lnSpc>
                <a:spcPct val="80000"/>
              </a:lnSpc>
              <a:spcBef>
                <a:spcPts val="0"/>
              </a:spcBef>
              <a:spcAft>
                <a:spcPts val="0"/>
              </a:spcAft>
              <a:buSzPts val="4800"/>
              <a:buNone/>
            </a:pPr>
            <a:r>
              <a:rPr lang="en-US" sz="1400"/>
              <a:t>Takeaways</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9"/>
          <p:cNvSpPr txBox="1"/>
          <p:nvPr>
            <p:ph type="title"/>
          </p:nvPr>
        </p:nvSpPr>
        <p:spPr>
          <a:xfrm>
            <a:off x="256025" y="213150"/>
            <a:ext cx="5583600" cy="4155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800"/>
              <a:buNone/>
            </a:pPr>
            <a:r>
              <a:rPr lang="en-US"/>
              <a:t>Conclusion</a:t>
            </a:r>
            <a:endParaRPr/>
          </a:p>
        </p:txBody>
      </p:sp>
      <p:sp>
        <p:nvSpPr>
          <p:cNvPr id="499" name="Google Shape;499;p9"/>
          <p:cNvSpPr txBox="1"/>
          <p:nvPr>
            <p:ph idx="4" type="subTitle"/>
          </p:nvPr>
        </p:nvSpPr>
        <p:spPr>
          <a:xfrm>
            <a:off x="201200" y="1493100"/>
            <a:ext cx="5181600" cy="334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800"/>
              <a:buNone/>
            </a:pPr>
            <a:r>
              <a:rPr b="1" lang="en-US" sz="1000"/>
              <a:t>     Overall Summary</a:t>
            </a:r>
            <a:endParaRPr b="1" sz="1000"/>
          </a:p>
          <a:p>
            <a:pPr indent="-285750" lvl="0" marL="457200" rtl="0" algn="l">
              <a:lnSpc>
                <a:spcPct val="115000"/>
              </a:lnSpc>
              <a:spcBef>
                <a:spcPts val="0"/>
              </a:spcBef>
              <a:spcAft>
                <a:spcPts val="0"/>
              </a:spcAft>
              <a:buSzPts val="800"/>
              <a:buFont typeface="Arial"/>
              <a:buChar char="•"/>
            </a:pPr>
            <a:r>
              <a:rPr lang="en-US" sz="800"/>
              <a:t>Based on our analysis of emissions when comparing the factors of square footage, energy star score, transit score, retrofit status and occupancy rate, we believe that the key drivers in carbon emissions are square footage and retrofit status. </a:t>
            </a:r>
            <a:endParaRPr/>
          </a:p>
          <a:p>
            <a:pPr indent="0" lvl="0" marL="171450" rtl="0" algn="l">
              <a:lnSpc>
                <a:spcPct val="115000"/>
              </a:lnSpc>
              <a:spcBef>
                <a:spcPts val="0"/>
              </a:spcBef>
              <a:spcAft>
                <a:spcPts val="0"/>
              </a:spcAft>
              <a:buSzPts val="800"/>
              <a:buNone/>
            </a:pPr>
            <a:r>
              <a:t/>
            </a:r>
            <a:endParaRPr b="1" sz="1000"/>
          </a:p>
          <a:p>
            <a:pPr indent="0" lvl="0" marL="171450" rtl="0" algn="l">
              <a:lnSpc>
                <a:spcPct val="115000"/>
              </a:lnSpc>
              <a:spcBef>
                <a:spcPts val="0"/>
              </a:spcBef>
              <a:spcAft>
                <a:spcPts val="0"/>
              </a:spcAft>
              <a:buSzPts val="800"/>
              <a:buNone/>
            </a:pPr>
            <a:r>
              <a:rPr b="1" lang="en-US" sz="1000"/>
              <a:t>Retrofits Effectiveness</a:t>
            </a:r>
            <a:endParaRPr/>
          </a:p>
          <a:p>
            <a:pPr indent="-285750" lvl="0" marL="457200" rtl="0" algn="l">
              <a:lnSpc>
                <a:spcPct val="115000"/>
              </a:lnSpc>
              <a:spcBef>
                <a:spcPts val="0"/>
              </a:spcBef>
              <a:spcAft>
                <a:spcPts val="0"/>
              </a:spcAft>
              <a:buSzPts val="800"/>
              <a:buFont typeface="Arial"/>
              <a:buChar char="•"/>
            </a:pPr>
            <a:r>
              <a:rPr lang="en-US" sz="800"/>
              <a:t>Retrofits positively impact our ability to reduce carbon emissions based on building size. We have determined that the larger the building, the more likely a retrofit upgrade will be in reducing carbon emissions. For smaller buildings, retrofit may not be as effective in reducing emissions. </a:t>
            </a:r>
            <a:endParaRPr/>
          </a:p>
          <a:p>
            <a:pPr indent="-234950" lvl="0" marL="457200" rtl="0" algn="l">
              <a:lnSpc>
                <a:spcPct val="115000"/>
              </a:lnSpc>
              <a:spcBef>
                <a:spcPts val="0"/>
              </a:spcBef>
              <a:spcAft>
                <a:spcPts val="0"/>
              </a:spcAft>
              <a:buSzPts val="800"/>
              <a:buFont typeface="Arial"/>
              <a:buNone/>
            </a:pPr>
            <a:r>
              <a:t/>
            </a:r>
            <a:endParaRPr sz="1000"/>
          </a:p>
          <a:p>
            <a:pPr indent="0" lvl="0" marL="171450" rtl="0" algn="l">
              <a:lnSpc>
                <a:spcPct val="115000"/>
              </a:lnSpc>
              <a:spcBef>
                <a:spcPts val="0"/>
              </a:spcBef>
              <a:spcAft>
                <a:spcPts val="0"/>
              </a:spcAft>
              <a:buSzPts val="800"/>
              <a:buNone/>
            </a:pPr>
            <a:r>
              <a:rPr b="1" lang="en-US" sz="1000"/>
              <a:t>City Planning Recommendation</a:t>
            </a:r>
            <a:endParaRPr/>
          </a:p>
          <a:p>
            <a:pPr indent="-171450" lvl="0" marL="342900" rtl="0" algn="l">
              <a:lnSpc>
                <a:spcPct val="115000"/>
              </a:lnSpc>
              <a:spcBef>
                <a:spcPts val="0"/>
              </a:spcBef>
              <a:spcAft>
                <a:spcPts val="0"/>
              </a:spcAft>
              <a:buSzPts val="800"/>
              <a:buFont typeface="Arial"/>
              <a:buChar char="•"/>
            </a:pPr>
            <a:r>
              <a:rPr lang="en-US" sz="800"/>
              <a:t>For all buildings greater than 100,000 square feet, implement retrofit status on those buildings to best reduce emissions. </a:t>
            </a:r>
            <a:endParaRPr/>
          </a:p>
          <a:p>
            <a:pPr indent="-171450" lvl="0" marL="342900" rtl="0" algn="l">
              <a:lnSpc>
                <a:spcPct val="115000"/>
              </a:lnSpc>
              <a:spcBef>
                <a:spcPts val="0"/>
              </a:spcBef>
              <a:spcAft>
                <a:spcPts val="0"/>
              </a:spcAft>
              <a:buSzPts val="800"/>
              <a:buFont typeface="Arial"/>
              <a:buChar char="•"/>
            </a:pPr>
            <a:r>
              <a:rPr lang="en-US" sz="800"/>
              <a:t>Plans for smaller buildings should be less focused on retrofit status, and more focused on reducing the square footage alone. </a:t>
            </a:r>
            <a:endParaRPr/>
          </a:p>
          <a:p>
            <a:pPr indent="-171450" lvl="0" marL="342900" rtl="0" algn="l">
              <a:lnSpc>
                <a:spcPct val="115000"/>
              </a:lnSpc>
              <a:spcBef>
                <a:spcPts val="0"/>
              </a:spcBef>
              <a:spcAft>
                <a:spcPts val="0"/>
              </a:spcAft>
              <a:buSzPts val="800"/>
              <a:buFont typeface="Arial"/>
              <a:buChar char="•"/>
            </a:pPr>
            <a:r>
              <a:rPr lang="en-US" sz="800"/>
              <a:t>If we are looking for additional analytics, we should use Energy Star Score as another consistent variable in helping us determine which buildings are most likely to reduce emissions, with higher scores be more likely to have lower levels of emissions.</a:t>
            </a:r>
            <a:endParaRPr/>
          </a:p>
        </p:txBody>
      </p:sp>
      <p:pic>
        <p:nvPicPr>
          <p:cNvPr descr="New Report Expects Global Emissions of Carbon Dioxide to Rebound to  Pre-Pandemic High This Year - Inside Climate News" id="500" name="Google Shape;500;p9"/>
          <p:cNvPicPr preferRelativeResize="0"/>
          <p:nvPr/>
        </p:nvPicPr>
        <p:blipFill rotWithShape="1">
          <a:blip r:embed="rId3">
            <a:alphaModFix/>
          </a:blip>
          <a:srcRect b="0" l="0" r="0" t="0"/>
          <a:stretch/>
        </p:blipFill>
        <p:spPr>
          <a:xfrm>
            <a:off x="5550271" y="2068750"/>
            <a:ext cx="3440332" cy="23504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Colin Haley</dc:creator>
</cp:coreProperties>
</file>